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9.xml" ContentType="application/inkml+xml"/>
  <Override PartName="/ppt/ink/ink7.xml" ContentType="application/inkml+xml"/>
  <Override PartName="/ppt/ink/ink10.xml" ContentType="application/inkml+xml"/>
  <Override PartName="/ppt/ink/ink8.xml" ContentType="application/inkml+xml"/>
  <Override PartName="/ppt/ink/ink11.xml" ContentType="application/inkml+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_rels/presentation.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media/image1.jpeg" ContentType="image/jpeg"/>
  <Override PartName="/ppt/media/image5.png" ContentType="image/png"/>
  <Override PartName="/ppt/media/image2.jpeg" ContentType="image/jpeg"/>
  <Override PartName="/ppt/media/image3.jpeg" ContentType="image/jpeg"/>
  <Override PartName="/ppt/media/image4.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rtl="0">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Lst>
  <p:sldSz cx="9906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20246 1947 16383,20246 1947 16383</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17579 1778 16383,17579 1778 16383</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15864 2180 16383,15864 2180 16383</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16034 2328 16383,16034 2328 16383</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11525 7387 16383,11525 7387 16383</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21558 5990 16383,21558 5990 16383</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14573 8022 16383,14573 8022 16383</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8265 14002 16383,8239 14007 16383,8167 14019 16383,8058 14043 16383,7934 14075 16383,7812 14104 16383,7702 14133 16383,7612 14157 16383,7540 14174 16383,7486 14185 16383,7444 14190 16383,7416 14188 16383,7398 14176 16383,7395 14161 16383,7399 14142 16383,7417 14125 16383,7439 14106 16383,7464 14084 16383,7497 14064 16383,7539 14044 16383,7589 14021 16383,7639 14001 16383,7697 13986 16383,7754 13976 16383,7807 13965 16383,7858 13955 16383,7906 13942 16383,7954 13930 16383,8004 13915 16383,8058 13901 16383,8115 13891 16383,8174 13878 16383,8240 13856 16383,8309 13833 16383,8383 13813 16383,8458 13793 16383,8531 13771 16383,8596 13752 16383,8656 13738 16383,8709 13723 16383,8755 13710 16383,8794 13701 16383,8818 13700 16383,8826 13704 16383,8818 13709 16383,8794 13719 16383,8760 13735 16383,8722 13752 16383,8678 13771 16383,8623 13799 16383,8560 13826 16383,8500 13854 16383,8440 13882 16383,8381 13906 16383,8326 13929 16383,8272 13948 16383,8229 13966 16383,8192 13981 16383,8160 13993 16383,8130 14000 16383,8101 14009 16383,8072 14017 16383,8044 14024 16383,8009 14034 16383,7977 14050 16383,7947 14065 16383,7918 14078 16383,7889 14087 16383,7870 14093 16383,7859 14091 16383,7860 14085 16383,7876 14079 16383,7908 14073 16383,7948 14068 16383,8001 14065 16383,8062 14058 16383,8121 14050 16383,8181 14038 16383,8241 14026 16383,8301 14016 16383,8362 14008 16383,8418 14003 16383,8472 14001 16383,8522 13999 16383,8566 13999 16383,8606 14000 16383,8646 14000 16383,8691 14001 16383,8741 14001 16383,8795 14001 16383,8853 14002 16383,8919 14002 16383,8988 14007 16383,9057 14014 16383,9125 14021 16383,9187 14026 16383,9239 14030 16383,9284 14032 16383,9322 14033 16383,9356 14034 16383,9382 14029 16383,9395 14021 16383,9393 14015 16383,9379 14004 16383,9356 13993 16383,9327 13983 16383,9290 13971 16383,9244 13960 16383,9197 13951 16383,9146 13944 16383,9092 13940 16383,9040 13938 16383,8992 13938 16383,8945 13938 16383,8900 13943 16383,8859 13951 16383,8817 13958 16383,8770 13964 16383,8718 13973 16383,8658 13983 16383,8587 13991 16383,8507 14002 16383,8421 14013 16383,8330 14027 16383,8237 14040 16383,8142 14051 16383,8048 14058 16383,7953 14063 16383,7869 14065 16383,7795 14066 16383,7732 14066 16383,7676 14066 16383,7627 14065 16383,7585 14065 16383,7558 14064 16383,7550 14064 16383,7556 14064 16383,7580 14063 16383,7619 14063 16383,7670 14063 16383,7728 14063 16383,7790 14063 16383,7855 14069 16383,7920 14076 16383,7985 14082 16383,8044 14088 16383,8095 14092 16383,8145 14099 16383,8195 14108 16383,8248 14115 16383,8303 14120 16383,8367 14124 16383,8439 14131 16383,8519 14139 16383,8600 14151 16383,8683 14163 16383,8764 14174 16383,8841 14181 16383,8907 14186 16383,8963 14188 16383,9009 14190 16383,9047 14190 16383,9080 14189 16383,9111 14189 16383,9140 14188 16383,9169 14188 16383,9198 14188 16383,9217 14187 16383,9222 14187 16383,9204 14182 16383,9172 14175 16383,9123 14168 16383,9068 14163 16383,9009 14159 16383,8948 14157 16383,8885 14155 16383,8822 14155 16383,8764 14155 16383,8713 14155 16383,8664 14155 16383,8614 14156 16383,8561 14156 16383,8500 14156 16383,8429 14156 16383,8350 14156 16383,8270 14156 16383,8187 14156 16383,8101 14156 16383,8012 14156 16383,7927 14156 16383,7852 14156 16383,7780 14156 16383,7716 14156 16383,7661 14156 16383,7616 14156 16383,7588 14156 16383,7578 14156 16383,7585 14156 16383,7610 14156 16383,7649 14156 16383,7700 14156 16383,7764 14156 16383,7833 14156 16383,7905 14156 16383,7975 14156 16383,8039 14156 16383,8093 14156 16383,8139 14156 16383,8178 14156 16383,8218 14156 16383,8261 14156 16383,8310 14156 16383,8363 14156 16383,8426 14156 16383,8493 14156 16383,8561 14156 16383,8629 14156 16383,8696 14156 16383,8761 14156 16383,8825 14156 16383,8883 14156 16383,8933 14156 16383,8976 14156 16383,9013 14156 16383,9046 14156 16383,9077 14156 16383,9107 14156 16383,9126 14156 16383,9131 14156 16383,9123 14156 16383,9099 14156 16383,9067 14156 16383,9029 14156 16383,8991 14156 16383,8949 14156 16383,8906 14156 16383,8865 14156 16383,8826 14156 16383,8791 14156 16383,8757 14156 16383,8725 14156 16383,8694 14151 16383,8663 14144 16383,8633 14137 16383,8602 14132 16383,8572 14128 16383,8541 14126 16383,8510 14125 16383,8480 14124 16383,8449 14124 16383,8418 14124 16383,8397 14125 16383,8391 14125 16383,8398 14125 16383,8415 14125 16383,8441 14125 16383,8471 14125 16383,8503 14125 16383,8537 14125 16383,8571 14125 16383,8609 14125 16383,8659 14120 16383,8717 14113 16383,8780 14101 16383,8844 14089 16383,8904 14078 16383,8962 14071 16383,9020 14060 16383,9078 14050 16383,9137 14042 16383,9192 14037 16383,9235 14033 16383</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9218 13885 16383,9218 13885 16383</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10044 13987 16383,10039 13987 16383,10016 13987 16383,9972 13993 16383,9905 14000 16383,9806 14006 16383,9686 14017 16383,9556 14028 16383,9426 14042 16383,9309 14056 16383,9207 14067 16383,9119 14074 16383,9049 14079 16383,8993 14082 16383,8950 14083 16383,8914 14083 16383,8883 14082 16383,8865 14076 16383,8862 14069 16383,8872 14062 16383,8893 14056 16383,8925 14052 16383,8968 14049 16383,9015 14048 16383,9066 14048 16383,9116 14048 16383,9167 14048 16383,9221 14048 16383,9272 14049 16383,9324 14049 16383,9372 14049 16383,9421 14049 16383,9467 14049 16383,9510 14049 16383,9548 14049 16383,9583 14049 16383,9616 14049 16383,9647 14049 16383,9678 14049 16383,9708 14049 16383,9738 14049 16383,9768 14049 16383,9799 14049 16383,9829 14049 16383,9860 14049 16383,9891 14049 16383,9917 14054 16383,9935 14067 16383,9947 14086 16383,9954 14110 16383,9957 14138 16383,9957 14168 16383,9956 14200 16383,9960 14227 16383,9966 14242 16383,9977 14248 16383,9988 14244 16383,9998 14229 16383,10006 14207 16383,10011 14180 16383,10014 14149 16383,10015 14117 16383,10015 14084 16383,10015 14051 16383,10015 14018 16383,10014 13986 16383,10014 13965 16383,10013 13958 16383,10013 13965 16383,10018 13978 16383,10025 13996 16383,10032 14019 16383,10037 14047 16383,10046 14077 16383,10056 14108 16383,10064 14140 16383,10075 14167 16383,10091 14186 16383,10107 14194 16383,10120 14189 16383,10129 14173 16383,10135 14149 16383,10138 14121 16383,10140 14089 16383,10140 14056 16383,10139 14022 16383,10139 13989 16383,10138 13956 16383,10137 13924 16383,10137 13893 16383,10131 13867 16383,10119 13848 16383,10105 13841 16383,10093 13847 16383,10079 13858 16383,10066 13875 16383,10055 13897 16383,10043 13924 16383,10032 13953 16383,10018 13979 16383,10005 14004 16383,9989 14024 16383,9969 14038 16383,9946 14047 16383,9919 14052 16383,9890 14054 16383,9860 14054 16383,9829 14053 16383,9797 14052 16383,9765 14046 16383,9734 14038 16383,9702 14031 16383,9671 14025 16383,9645 14016 16383,9621 14006 16383,9592 13993 16383,9559 13980 16383,9531 13964 16383,9504 13950 16383,9477 13939 16383,9450 13931 16383,9421 13926 16383,9402 13923 16383,9397 13922 16383,9404 13922 16383,9422 13923 16383,9447 13924 16383,9477 13924 16383,9510 13925 16383,9543 13925 16383,9582 13931 16383,9622 13938 16383,9661 13944 16383,9698 13950 16383,9734 13959 16383,9767 13968 16383,9800 13976 16383,9826 13987 16383,9850 13998 16383,9873 14007 16383,9899 14013 16383,9925 14017 16383,9954 14019 16383,9973 14020 16383,9978 14020 16383,9971 14020 16383,9954 14020 16383,9929 14019 16383,9899 14019 16383,9867 14018 16383,9833 14018 16383,9800 14018 16383,9767 14018 16383,9729 14018 16383,9690 14018 16383,9647 14018 16383,9603 14018 16383,9556 14018 16383,9511 14018 16383,9468 14018 16383,9429 14018 16383,9393 14018 16383,9360 14018 16383,9338 14018 16383,9332 14018 16383,9339 14018 16383,9363 14018 16383,9401 14018 16383,9445 14018 16383,9490 14018 16383,9539 14018 16383,9586 14018 16383,9634 14018 16383,9681 14018 16383,9724 14018 16383,9763 14018 16383,9799 14023 16383,9832 14030 16383,9864 14042 16383,9894 14060 16383,9919 14083 16383,9932 14104 16383,9931 14121 16383,9918 14133 16383,9891 14141 16383,9856 14145 16383,9813 14146 16383,9767 14146 16383,9723 14146 16383,9682 14145 16383,9644 14144 16383,9609 14143 16383,9576 14142 16383,9544 14142 16383,9514 14142 16383,9483 14142 16383,9453 14142 16383,9423 14142 16383,9397 14137 16383,9384 14130 16383,9385 14123 16383,9397 14118 16383,9419 14109 16383,9446 14099 16383,9478 14091 16383,9511 14085 16383,9539 14076 16383,9565 14067 16383,9592 14059 16383,9618 14054 16383,9646 14050 16383,9675 14048 16383,9695 14047 16383,9701 14047 16383,9694 14048 16383,9676 14048 16383,9651 14048 16383,9621 14049 16383,9589 14049 16383,9555 14049 16383,9511 14049 16383,9464 14049 16383,9413 14049 16383,9363 14049 16383,9312 14049 16383,9264 14049 16383,9220 14049 16383,9180 14049 16383,9144 14049 16383,9111 14049 16383,9085 14044 16383,9072 14037 16383,9078 14030 16383,9098 14025 16383,9132 14021 16383,9178 14019 16383,9238 14017 16383,9305 14017 16383,9375 14017 16383,9444 14017 16383,9513 14017 16383,9574 14018 16383,9637 14018 16383,9696 14018 16383,9748 14018 16383,9792 14018 16383,9836 14018 16383,9878 14018 16383,9916 14018 16383,9952 14018 16383,9985 14018 16383,10017 14018 16383,10048 14018 16383,10079 14018 16383,10104 14013 16383,10127 14006 16383,10146 13994 16383,10159 13976 16383,10161 13959 16383,10148 13939 16383,10118 13922 16383,10075 13908 16383,10027 13899 16383,9969 13894 16383,9906 13891 16383,9834 13891 16383,9761 13891 16383,9683 13892 16383,9605 13893 16383,9530 13893 16383,9465 13894 16383,9404 13894 16383,9351 13895 16383,9306 13895 16383,9267 13895 16383,9232 13900 16383,9200 13907 16383,9170 13914 16383,9140 13919 16383,9122 13923 16383,9116 13925 16383,9124 13926 16383,9143 13927 16383,9168 13927 16383,9199 13927 16383,9231 13926 16383,9265 13926 16383,9298 13926 16383,9331 13926 16383,9364 13925 16383,9396 13925 16383,9427 13920 16383,9464 13913 16383,9502 13906 16383,9539 13901 16383,9576 13897 16383,9605 13890 16383,9631 13881 16383,9657 13874 16383,9683 13869 16383,9710 13865 16383,9727 13863 16383,9732 13862 16383,9730 13867 16383,9729 13874 16383,9735 13881 16383,9743 13892 16383,9757 13903 16383,9775 13913 16383,9799 13920 16383,9826 13924 16383,9855 13926 16383,9886 13927 16383,9918 13928 16383,9950 13927 16383,9972 13927 16383,9979 13926 16383,9972 13926 16383,9955 13926 16383,9925 13926 16383,9888 13925 16383,9843 13925 16383,9792 13925 16383,9736 13925 16383,9670 13925 16383,9601 13925 16383,9532 13925 16383,9463 13931 16383,9401 13938 16383,9343 13944 16383,9291 13950 16383,9246 13959 16383,9206 13968 16383,9171 13976 16383,9139 13982 16383,9109 13986 16383,9079 13988 16383,9055 13994 16383,9032 14001 16383,9014 14013 16383,8996 14025 16383,8976 14035 16383,8953 14043 16383,8943 14047 16383,8946 14050 16383,8966 14051 16383,9002 14052 16383,9044 14051 16383,9088 14051 16383,9136 14050 16383,9183 14050 16383,9226 14049 16383,9271 14049 16383,9315 14049 16383,9350 14054 16383,9386 14061 16383,9421 14068 16383,9460 14073 16383,9500 14077 16383,9539 14080 16383,9571 14086 16383,9599 14094 16383,9625 14100 16383,9652 14105 16383,9679 14109 16383,9692 14111 16383,9690 14112 16383,9675 14112 16383,9646 14112 16383,9610 14112 16383,9571 14112 16383,9532 14111 16383,9495 14111 16383,9459 14111 16383,9425 14111 16383,9392 14111 16383,9360 14111 16383,9329 14111 16383,9298 14111 16383,9268 14111 16383,9232 14111 16383,9194 14111 16383,9157 14111 16383,9121 14111 16383,9086 14111 16383,9063 14111 16383,9056 14111 16383,9062 14111 16383,9085 14111 16383,9118 14111 16383,9160 14111 16383,9205 14111 16383,9249 14111 16383,9291 14111 16383,9329 14111 16383,9365 14111 16383,9398 14111 16383,9430 14111 16383,9461 14111 16383,9491 14111 16383,9511 14111 16383,9512 14111 16383,9497 14111 16383,9473 14111 16383,9442 14111 16383,9408 14111 16383,9373 14111 16383,9338 14111 16383,9298 14111 16383,9258 14111 16383,9214 14106 16383,9170 14099 16383,9128 14087 16383,9090 14074 16383,9054 14064 16383,9020 14056 16383,8988 14051 16383,8957 14048 16383,8926 14047 16383,8896 14047 16383,8866 14047 16383,8835 14047 16383,8810 14043 16383,8792 14031 16383,8785 14018 16383,8791 14006 16383,8807 13997 16383,8831 13985 16383,8859 13975 16383,8891 13966 16383,8924 13960 16383,8958 13957 16383,8991 13950 16383,9023 13942 16383,9055 13935 16383,9087 13930 16383,9103 13927 16383,9102 13925 16383,9083 13929 16383,9053 13936 16383,9012 13948 16383,8967 13961 16383,8923 13972 16383,8881 13980 16383,8842 13990 16383,8796 14000 16383,8737 14014 16383,8662 14026 16383,8576 14042 16383,8482 14056 16383,8386 14067 16383,8293 14080 16383,8213 14092 16383,8143 14106 16383,8084 14120 16383,8035 14130 16383,7995 14137 16383,7960 14142 16383,7929 14144 16383,7900 14145 16383,7882 14145 16383,7877 14144 16383,7886 14143 16383,7910 14143 16383,7949 14142 16383,7998 14142 16383,8050 14142 16383,8104 14142 16383,8157 14137 16383,8204 14130 16383,8246 14123 16383,8283 14118 16383,8318 14114 16383,8349 14106 16383,8380 14098 16383,8410 14091 16383,8440 14085 16383,8475 14082 16383,8512 14080 16383,8555 14079 16383,8598 14078 16383,8644 14079 16383,8690 14079 16383,8733 14079 16383,8772 14080 16383,8797 14080 16383,8807 14080 16383,8801 14080 16383,8783 14080 16383,8752 14080 16383,8714 14080 16383,8674 14080 16383,8635 14080 16383,8592 14080 16383,8549 14080 16383,8508 14080 16383,8465 14080 16383,8423 14080 16383,8383 14080 16383,8345 14080 16383,8311 14080 16383,8278 14080 16383,8246 14080 16383,8215 14080 16383,8195 14080 16383,8189 14080 16383,8197 14080 16383,8220 14080 16383,8258 14080 16383,8302 14080 16383,8346 14080 16383,8395 14080 16383,8441 14080 16383,8490 14080 16383,8537 14080 16383,8580 14080 16383,8619 14080 16383,8655 14080 16383,8688 14080 16383,8719 14080 16383,8750 14080 16383,8775 14085 16383,8798 14092 16383,8817 14104 16383,8835 14117 16383,8844 14127 16383,8843 14135 16383,8830 14140 16383,8810 14143 16383,8783 14144 16383,8753 14144 16383,8721 14144 16383,8688 14138 16383,8649 14131 16383,8610 14124 16383,8571 14118 16383,8534 14114 16383,8498 14111 16383,8465 14110 16383,8438 14104 16383,8414 14097 16383,8389 14091 16383,8364 14086 16383,8337 14088 16383,8314 14098 16383,8292 14110 16383,8268 14122 16383,8243 14131 16383,8216 14138 16383,8187 14142 16383,8162 14149 16383,8139 14157 16383,8114 14163 16383,8088 14168 16383,8056 14171 16383,8014 14173 16383,7966 14179 16383,7905 14187 16383,7839 14193 16383,7771 14198 16383,7703 14202 16383,7641 14204 16383,7587 14205 16383,7542 14205 16383,7503 14205 16383,7468 14205 16383,7447 14205 16383,7442 14204 16383,7450 14204 16383,7470 14204 16383,7496 14204 16383,7533 14198 16383,7573 14191 16383,7619 14185 16383,7660 14174 16383,7696 14163 16383,7725 14149 16383,7749 14135 16383,7773 14124 16383,7798 14117 16383,7824 14107 16383,7852 14097 16383,7881 14084 16383,7911 14072 16383,7941 14056 16383,7967 14037 16383,7986 14014 16383,7993 13987 16383,7988 13963 16383,7972 13945 16383,7948 13927 16383,7919 13913 16383,7888 13902 16383,7854 13891 16383,7826 13875 16383,7800 13860 16383,7779 13842 16383,7760 13827 16383,7739 13815 16383,7715 13807 16383,7689 13802 16383,7661 13799 16383,7632 13798 16383,7606 13804 16383,7588 13817 16383,7570 13831 16383,7556 13849 16383,7546 13871 16383,7540 13902 16383,7536 13937 16383,7535 13974 16383,7535 14010 16383,7536 14045 16383,7537 14080 16383,7538 14112 16383,7538 14144 16383,7539 14176 16383,7544 14201 16383,7557 14220 16383,7575 14232 16383,7595 14228 16383,7616 14211 16383,7634 14180 16383,7654 14143 16383,7670 14103 16383,7682 14063 16383,7690 14025 16383,7695 13989 16383,7697 13955 16383,7697 13923 16383,7692 13896 16383,7679 13878 16383,7659 13866 16383,7634 13860 16383,7605 13857 16383,7580 13862 16383,7555 13870 16383,7534 13884 16383,7520 13903 16383,7505 13927 16383,7493 13954 16383,7479 13984 16383,7461 14015 16383,7444 14047 16383,7431 14079 16383,7427 14106 16383,7433 14125 16383,7449 14138 16383,7467 14140 16383,7488 14136 16383,7513 14129 16383,7535 14118 16383,7557 14106 16383,7581 14090 16383,7601 14070 16383,7617 14046 16383,7632 14019 16383,7645 13989 16383,7655 13958 16383,7661 13927 16383,7664 13895 16383,7660 13869 16383,7648 13849 16383,7634 13842 16383,7627 13842 16383,7629 13846 16383,7646 13856 16383,7674 13873 16383,7706 13895 16383,7747 13917 16383,7800 13940 16383,7856 13959 16383,7914 13979 16383,7974 13996 16383,8035 14008 16383,8097 14016 16383,8159 14020 16383,8216 14022 16383,8272 14022 16383,8327 14022 16383,8389 14021 16383,8449 14020 16383,8508 14019 16383,8562 14019 16383,8615 14018 16383,8664 14018 16383,8707 14018 16383,8746 14018 16383,8781 14018 16383,8813 14018 16383,8844 14013 16383,8874 14006 16383,8904 13999 16383,8934 13994 16383,8964 13990 16383,8995 13988 16383,9020 13981 16383,9044 13974 16383,9063 13962 16383,9076 13944 16383,9079 13927 16383,9071 13913 16383,9054 13903 16383,9029 13896 16383,8995 13893 16383,8956 13891 16383,8912 13891 16383,8861 13892 16383,8805 13892 16383,8746 13893 16383,8690 13894 16383,8640 13894 16383,8591 13894 16383,8545 13895 16383,8498 13895 16383,8454 13895 16383,8407 13895 16383,8363 13895 16383,8321 13895 16383,8283 13895 16383,8248 13895 16383,8215 13895 16383,8194 13895 16383,8193 13895 16383,8213 13895 16383,8250 13895 16383,8300 13895 16383,8359 13895 16383,8428 13900 16383,8500 13907 16383,8573 13913 16383,8638 13924 16383,8695 13935 16383,8747 13944 16383,8794 13951 16383,8835 13960 16383,8872 13970 16383,8906 13977 16383,8937 13988 16383,8968 14004 16383,8998 14019 16383,9027 14032 16383,9052 14047 16383,9075 14060 16383,9099 14070 16383,9124 14076 16383,9151 14080 16383,9185 14082 16383,9222 14083 16383,9259 14083 16383,9295 14082 16383,9336 14082 16383,9376 14081 16383,9415 14081 16383,9452 14080 16383,9487 14080 16383,9521 14080 16383,9547 14085 16383,9571 14092 16383,9596 14104 16383,9621 14117 16383,9653 14127 16383,9688 14135 16383,9724 14140 16383,9759 14143 16383,9794 14144 16383,9828 14144 16383,9860 14144 16383,9892 14144 16383,9918 14138 16383,9942 14130 16383,9960 14118 16383,9979 14105 16383,9999 14095 16383,10017 14082 16383,10035 14070 16383,10052 14055 16383,10064 14036 16383,10077 14018 16383,10088 14009 16383,10097 14012 16383,10103 14024 16383,10106 14046 16383,10108 14073 16383,10108 14103 16383,10108 14135 16383,10108 14168 16383,10107 14191 16383,10112 14204 16383,10118 14206 16383,10125 14196 16383,10130 14176 16383,10134 14150 16383,10136 14120 16383,10137 14087 16383,10138 14054 16383,10138 14021 16383,10138 13988 16383,10137 13966 16383,10137 13959 16383,10137 13965 16383,10137 13983 16383,10137 14008 16383,10142 14033 16383,10149 14059 16383,10155 14086 16383,10166 14109 16383,10177 14121 16383,10186 14120 16383,10193 14107 16383,10197 14086 16383,10199 14058 16383,10200 14027 16383,10195 14000 16383,10188 13984 16383,10176 13976 16383,10163 13975 16383</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6383"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 units="cm"/>
      <inkml:brushProperty name="height" value="0.1" units="cm"/>
      <inkml:brushProperty name="color" value="#FFFFFF"/>
    </inkml:brush>
  </inkml:definitions>
  <inkml:trace contextRef="#ctx0" brushRef="#br0">9512 14020 16383,9501 14020 16383,9461 14020 16383,9397 14015 16383,9321 14008 16383,9248 13996 16383,9177 13984 16383,9114 13973 16383,9061 13965 16383,9017 13955 16383,8979 13945 16383,8945 13937 16383,8914 13932 16383,8885 13928 16383,8856 13931 16383,8816 13938 16383,8767 13944 16383,8712 13955 16383,8652 13972 16383,8589 13988 16383,8525 14002 16383,8456 14012 16383,8391 14018 16383,8333 14022 16383,8279 14023 16383,8230 14029 16383,8187 14035 16383,8148 14041 16383,8114 14046 16383,8082 14054 16383,8057 14069 16383,8044 14083 16383,8056 14096 16383,8089 14105 16383,8142 14111 16383,8207 14114 16383,8277 14116 16383,8354 14116 16383,8431 14116 16383,8507 14115 16383,8578 14114 16383,8647 14109 16383,8707 14101 16383,8758 14094 16383,8807 14089 16383,8856 14085 16383,8908 14082 16383,8953 14076 16383,8991 14068 16383,9025 14062 16383,9057 14057 16383,9087 14053 16383,9116 14051 16383,9145 14050 16383,9175 14050 16383,9205 14050 16383,9235 14050 16383,9266 14050 16383,9297 14045 16383,9328 14039 16383,9353 14027 16383,9367 14015 16383,9367 14004 16383,9355 13996 16383,9333 13986 16383,9300 13976 16383,9257 13968 16383,9205 13963 16383,9152 13959 16383,9097 13957 16383,9041 13956 16383,8987 13956 16383,8934 13957 16383,8885 13957 16383,8841 13958 16383,8796 13958 16383,8748 13958 16383,8701 13958 16383,8658 13958 16383,8613 13958 16383,8570 13958 16383,8525 13958 16383,8481 13958 16383,8439 13958 16383,8401 13958 16383,8366 13958 16383,8333 13958 16383,8301 13958 16383,8270 13958 16383,8240 13958 16383,8210 13964 16383,8179 13971 16383,8149 13983 16383,8118 13995 16383,8087 14005 16383,8072 14013 16383,8078 14018 16383,8104 14021 16383,8151 14022 16383,8217 14023 16383,8291 14022 16383,8373 14022 16383,8455 14021 16383,8533 14021 16383,8608 14021 16383,8678 14020 16383,8744 14020 16383,8803 14020 16383,8858 14020 16383,8912 14020 16383,8963 14020 16383,9008 14020 16383,9053 14020 16383,9095 14020 16383,9135 14020 16383,9172 14020 16383,9211 14020 16383,9250 14020 16383,9288 14020 16383,9324 14020 16383,9358 14020 16383,9396 14020 16383,9435 14020 16383,9478 14020 16383,9521 14020 16383,9562 14020 16383,9600 14020 16383,9636 14020 16383,9669 14020 16383,9701 14020 16383,9727 14025 16383,9751 14032 16383,9769 14044 16383,9787 14057 16383,9807 14067 16383,9830 14075 16383,9856 14080 16383,9878 14078 16383,9896 14072 16383</inkml:trace>
</inkml:ink>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2107440" y="624240"/>
            <a:ext cx="7138080" cy="1280520"/>
          </a:xfrm>
          <a:prstGeom prst="rect">
            <a:avLst/>
          </a:prstGeom>
          <a:noFill/>
          <a:ln w="0">
            <a:noFill/>
          </a:ln>
        </p:spPr>
        <p:txBody>
          <a:bodyPr lIns="0" rIns="0" tIns="0" bIns="0" anchor="ctr">
            <a:spAutoFit/>
          </a:bodyPr>
          <a:p>
            <a:pPr indent="0">
              <a:buNone/>
            </a:pPr>
            <a:endParaRPr b="0" lang="en-US" sz="1800" strike="noStrike" u="none">
              <a:solidFill>
                <a:schemeClr val="dk1"/>
              </a:solidFill>
              <a:uFillTx/>
              <a:latin typeface="Arial Nova Light"/>
            </a:endParaRPr>
          </a:p>
        </p:txBody>
      </p:sp>
      <p:sp>
        <p:nvSpPr>
          <p:cNvPr id="9" name="PlaceHolder 2"/>
          <p:cNvSpPr>
            <a:spLocks noGrp="1"/>
          </p:cNvSpPr>
          <p:nvPr>
            <p:ph type="subTitle"/>
          </p:nvPr>
        </p:nvSpPr>
        <p:spPr>
          <a:xfrm>
            <a:off x="2104200" y="2133720"/>
            <a:ext cx="7140960" cy="3777120"/>
          </a:xfrm>
          <a:prstGeom prst="rect">
            <a:avLst/>
          </a:prstGeom>
          <a:noFill/>
          <a:ln w="0">
            <a:noFill/>
          </a:ln>
        </p:spPr>
        <p:txBody>
          <a:bodyPr lIns="0" rIns="0" tIns="0" bIns="0" anchor="ctr">
            <a:spAutoFit/>
          </a:bodyPr>
          <a:p>
            <a:pPr indent="0" algn="ctr">
              <a:buNone/>
            </a:pPr>
            <a:endParaRPr b="0" lang="en-US" sz="3200" strike="noStrike" u="none">
              <a:solidFill>
                <a:srgbClr val="000000"/>
              </a:solidFill>
              <a:uFillTx/>
              <a:latin typeface="Noto Sans CJK SC"/>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D566800-F6D3-40B7-BE7E-F0E16644ABB2}" type="slidenum">
              <a:t>&lt;#&gt;</a:t>
            </a:fld>
          </a:p>
        </p:txBody>
      </p:sp>
      <p:sp>
        <p:nvSpPr>
          <p:cNvPr id="6" name="PlaceHolder 5"/>
          <p:cNvSpPr>
            <a:spLocks noGrp="1"/>
          </p:cNvSpPr>
          <p:nvPr>
            <p:ph type="dt" idx="1"/>
          </p:nvPr>
        </p:nvSpPr>
        <p:spPr/>
        <p:txBody>
          <a:bodyPr/>
          <a:p>
            <a:r>
              <a:rPr lang="zh-C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2107440" y="624240"/>
            <a:ext cx="7138080" cy="1280520"/>
          </a:xfrm>
          <a:prstGeom prst="rect">
            <a:avLst/>
          </a:prstGeom>
          <a:noFill/>
          <a:ln w="0">
            <a:noFill/>
          </a:ln>
        </p:spPr>
        <p:txBody>
          <a:bodyPr lIns="0" rIns="0" tIns="0" bIns="0" anchor="ctr">
            <a:spAutoFit/>
          </a:bodyPr>
          <a:p>
            <a:pPr indent="0">
              <a:buNone/>
            </a:pPr>
            <a:endParaRPr b="0" lang="en-US" sz="1800" strike="noStrike" u="none">
              <a:solidFill>
                <a:schemeClr val="dk1"/>
              </a:solidFill>
              <a:uFillTx/>
              <a:latin typeface="Arial Nova Light"/>
            </a:endParaRPr>
          </a:p>
        </p:txBody>
      </p:sp>
      <p:sp>
        <p:nvSpPr>
          <p:cNvPr id="19" name="PlaceHolder 2"/>
          <p:cNvSpPr>
            <a:spLocks noGrp="1"/>
          </p:cNvSpPr>
          <p:nvPr>
            <p:ph/>
          </p:nvPr>
        </p:nvSpPr>
        <p:spPr>
          <a:xfrm>
            <a:off x="2104200" y="2133720"/>
            <a:ext cx="7140960" cy="3777120"/>
          </a:xfrm>
          <a:prstGeom prst="rect">
            <a:avLst/>
          </a:prstGeom>
          <a:noFill/>
          <a:ln w="0">
            <a:noFill/>
          </a:ln>
        </p:spPr>
        <p:txBody>
          <a:bodyPr lIns="0" rIns="0" tIns="0" bIns="0" anchor="t">
            <a:normAutofit/>
          </a:bodyPr>
          <a:p>
            <a:pPr indent="0">
              <a:lnSpc>
                <a:spcPct val="120000"/>
              </a:lnSpc>
              <a:spcBef>
                <a:spcPts val="1417"/>
              </a:spcBef>
              <a:buNone/>
            </a:pPr>
            <a:endParaRPr b="0" lang="en-US" sz="1400" strike="noStrike" u="none">
              <a:solidFill>
                <a:schemeClr val="dk1"/>
              </a:solidFill>
              <a:uFillTx/>
              <a:latin typeface="Arial Nova Light"/>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026C3AB-0D0F-42D3-ABCB-6A28176B9EAB}" type="slidenum">
              <a:t>&lt;#&gt;</a:t>
            </a:fld>
          </a:p>
        </p:txBody>
      </p:sp>
      <p:sp>
        <p:nvSpPr>
          <p:cNvPr id="6" name="PlaceHolder 5"/>
          <p:cNvSpPr>
            <a:spLocks noGrp="1"/>
          </p:cNvSpPr>
          <p:nvPr>
            <p:ph type="dt" idx="4"/>
          </p:nvPr>
        </p:nvSpPr>
        <p:spPr/>
        <p:txBody>
          <a:bodyPr/>
          <a:p>
            <a:r>
              <a:rPr lang="zh-C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0" name="Straight Connector 8"/>
          <p:cNvCxnSpPr/>
          <p:nvPr/>
        </p:nvCxnSpPr>
        <p:spPr>
          <a:xfrm>
            <a:off x="430560" y="533160"/>
            <a:ext cx="9039600" cy="360"/>
          </a:xfrm>
          <a:prstGeom prst="straightConnector1">
            <a:avLst/>
          </a:prstGeom>
          <a:ln w="9525">
            <a:solidFill>
              <a:srgbClr val="0f0f0f">
                <a:alpha val="25000"/>
              </a:srgbClr>
            </a:solidFill>
          </a:ln>
        </p:spPr>
      </p:cxnSp>
      <p:sp>
        <p:nvSpPr>
          <p:cNvPr id="1" name="TextBox 7"/>
          <p:cNvSpPr/>
          <p:nvPr/>
        </p:nvSpPr>
        <p:spPr>
          <a:xfrm>
            <a:off x="51480" y="6642000"/>
            <a:ext cx="1606680" cy="661320"/>
          </a:xfrm>
          <a:prstGeom prst="rect">
            <a:avLst/>
          </a:prstGeom>
          <a:noFill/>
          <a:ln w="0">
            <a:noFill/>
          </a:ln>
        </p:spPr>
        <p:style>
          <a:lnRef idx="0"/>
          <a:fillRef idx="0"/>
          <a:effectRef idx="0"/>
          <a:fontRef idx="minor"/>
        </p:style>
        <p:txBody>
          <a:bodyPr horzOverflow="overflow" lIns="0" rIns="0" tIns="0" bIns="0" anchor="t">
            <a:spAutoFit/>
          </a:bodyPr>
          <a:p>
            <a:pPr defTabSz="457200">
              <a:lnSpc>
                <a:spcPct val="100000"/>
              </a:lnSpc>
            </a:pPr>
            <a:r>
              <a:rPr b="0" lang="en-US" sz="1450" strike="noStrike" u="none">
                <a:solidFill>
                  <a:srgbClr val="000000">
                    <a:alpha val="50000"/>
                  </a:srgbClr>
                </a:solidFill>
                <a:uFillTx/>
                <a:latin typeface="Aptos"/>
              </a:rPr>
              <a:t>Classified as Microsoft Confidential</a:t>
            </a:r>
            <a:endParaRPr b="0" lang="en-US" sz="1450" strike="noStrike" u="none">
              <a:solidFill>
                <a:srgbClr val="000000"/>
              </a:solidFill>
              <a:uFillTx/>
              <a:latin typeface="Noto Sans CJK SC"/>
            </a:endParaRPr>
          </a:p>
        </p:txBody>
      </p:sp>
      <p:sp>
        <p:nvSpPr>
          <p:cNvPr id="2" name="PlaceHolder 1"/>
          <p:cNvSpPr>
            <a:spLocks noGrp="1"/>
          </p:cNvSpPr>
          <p:nvPr>
            <p:ph type="title"/>
          </p:nvPr>
        </p:nvSpPr>
        <p:spPr>
          <a:xfrm>
            <a:off x="2104200" y="2514600"/>
            <a:ext cx="7149960" cy="2262600"/>
          </a:xfrm>
          <a:prstGeom prst="rect">
            <a:avLst/>
          </a:prstGeom>
          <a:noFill/>
          <a:ln w="0">
            <a:noFill/>
          </a:ln>
        </p:spPr>
        <p:txBody>
          <a:bodyPr lIns="91440" rIns="91440" tIns="45720" bIns="45720" anchor="b">
            <a:normAutofit/>
          </a:bodyPr>
          <a:p>
            <a:pPr indent="0" defTabSz="914400">
              <a:lnSpc>
                <a:spcPct val="90000"/>
              </a:lnSpc>
              <a:buNone/>
            </a:pPr>
            <a:r>
              <a:rPr b="0" lang="en-US" sz="5400" strike="noStrike" u="none" cap="all">
                <a:solidFill>
                  <a:schemeClr val="dk1"/>
                </a:solidFill>
                <a:uFillTx/>
                <a:latin typeface="Univers Condensed"/>
              </a:rPr>
              <a:t>Click to edit Master title style</a:t>
            </a:r>
            <a:endParaRPr b="0" lang="en-US" sz="5400" strike="noStrike" u="none">
              <a:solidFill>
                <a:schemeClr val="dk1"/>
              </a:solidFill>
              <a:uFillTx/>
              <a:latin typeface="Arial Nova Light"/>
            </a:endParaRPr>
          </a:p>
        </p:txBody>
      </p:sp>
      <p:sp>
        <p:nvSpPr>
          <p:cNvPr id="3" name="PlaceHolder 2"/>
          <p:cNvSpPr>
            <a:spLocks noGrp="1"/>
          </p:cNvSpPr>
          <p:nvPr>
            <p:ph type="dt" idx="1"/>
          </p:nvPr>
        </p:nvSpPr>
        <p:spPr>
          <a:xfrm>
            <a:off x="6374880" y="6426000"/>
            <a:ext cx="27032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r>
              <a:rPr b="0" lang="en-US" sz="1300" strike="noStrike" u="none">
                <a:solidFill>
                  <a:schemeClr val="dk1">
                    <a:alpha val="60000"/>
                  </a:schemeClr>
                </a:solidFill>
                <a:uFillTx/>
                <a:latin typeface="Arial Nova Light"/>
              </a:rPr>
              <a:t>&lt;date/time&gt;</a:t>
            </a:r>
            <a:endParaRPr b="0" lang="en-US" sz="1300" strike="noStrike" u="none">
              <a:solidFill>
                <a:srgbClr val="000000"/>
              </a:solidFill>
              <a:uFillTx/>
              <a:latin typeface="Noto Sans CJK SC"/>
            </a:endParaRPr>
          </a:p>
        </p:txBody>
      </p:sp>
      <p:sp>
        <p:nvSpPr>
          <p:cNvPr id="4" name="PlaceHolder 3"/>
          <p:cNvSpPr>
            <a:spLocks noGrp="1"/>
          </p:cNvSpPr>
          <p:nvPr>
            <p:ph type="ftr" idx="2"/>
          </p:nvPr>
        </p:nvSpPr>
        <p:spPr>
          <a:xfrm>
            <a:off x="353160" y="6426000"/>
            <a:ext cx="3809160" cy="364680"/>
          </a:xfrm>
          <a:prstGeom prst="rect">
            <a:avLst/>
          </a:prstGeom>
          <a:noFill/>
          <a:ln w="0">
            <a:noFill/>
          </a:ln>
        </p:spPr>
        <p:txBody>
          <a:bodyPr lIns="91440" rIns="91440" tIns="45720" bIns="45720" anchor="ctr">
            <a:noAutofit/>
          </a:bodyPr>
          <a:lstStyle>
            <a:lvl1pPr indent="0" defTabSz="457200">
              <a:lnSpc>
                <a:spcPct val="100000"/>
              </a:lnSpc>
              <a:buNone/>
              <a:defRPr b="0" lang="en-US" sz="1300" strike="noStrike" u="none">
                <a:solidFill>
                  <a:schemeClr val="dk1">
                    <a:alpha val="60000"/>
                  </a:schemeClr>
                </a:solidFill>
                <a:uFillTx/>
                <a:latin typeface="Arial Nova Light"/>
              </a:defRPr>
            </a:lvl1pPr>
          </a:lstStyle>
          <a:p>
            <a:pPr indent="0" defTabSz="457200">
              <a:lnSpc>
                <a:spcPct val="100000"/>
              </a:lnSpc>
              <a:buNone/>
            </a:pPr>
            <a:r>
              <a:rPr b="0" lang="en-US" sz="1300" strike="noStrike" u="none">
                <a:solidFill>
                  <a:schemeClr val="dk1">
                    <a:alpha val="60000"/>
                  </a:schemeClr>
                </a:solidFill>
                <a:uFillTx/>
                <a:latin typeface="Arial Nova Light"/>
              </a:rPr>
              <a:t>&lt;footer&gt;</a:t>
            </a:r>
            <a:endParaRPr b="0" lang="en-US" sz="1300" strike="noStrike" u="none">
              <a:solidFill>
                <a:srgbClr val="000000"/>
              </a:solidFill>
              <a:uFillTx/>
              <a:latin typeface="Noto Sans CJK SC"/>
            </a:endParaRPr>
          </a:p>
        </p:txBody>
      </p:sp>
      <p:sp>
        <p:nvSpPr>
          <p:cNvPr id="5" name="Freeform 8"/>
          <p:cNvSpPr/>
          <p:nvPr/>
        </p:nvSpPr>
        <p:spPr>
          <a:xfrm>
            <a:off x="-34200" y="4321080"/>
            <a:ext cx="1511280" cy="781560"/>
          </a:xfrm>
          <a:custGeom>
            <a:avLst/>
            <a:gdLst>
              <a:gd name="textAreaLeft" fmla="*/ 0 w 1511280"/>
              <a:gd name="textAreaRight" fmla="*/ 1511640 w 1511280"/>
              <a:gd name="textAreaTop" fmla="*/ 0 h 781560"/>
              <a:gd name="textAreaBottom" fmla="*/ 781920 h 781560"/>
            </a:gdLst>
            <a:ahLst/>
            <a:rect l="textAreaLeft" t="textAreaTop" r="textAreaRight" b="textAreaBottom"/>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w="0">
            <a:noFill/>
          </a:ln>
        </p:spPr>
        <p:style>
          <a:lnRef idx="0"/>
          <a:fillRef idx="0"/>
          <a:effectRef idx="0"/>
          <a:fontRef idx="minor"/>
        </p:style>
        <p:txBody>
          <a:bodyPr lIns="90000" rIns="90000" tIns="45000" bIns="45000" anchor="t">
            <a:noAutofit/>
          </a:bodyPr>
          <a:p>
            <a:pPr defTabSz="457200">
              <a:lnSpc>
                <a:spcPct val="100000"/>
              </a:lnSpc>
            </a:pPr>
            <a:endParaRPr b="0" lang="en-IN" sz="1800" strike="noStrike" u="none">
              <a:solidFill>
                <a:schemeClr val="dk1"/>
              </a:solidFill>
              <a:uFillTx/>
              <a:latin typeface="Arial Nova Light"/>
            </a:endParaRPr>
          </a:p>
        </p:txBody>
      </p:sp>
      <p:sp>
        <p:nvSpPr>
          <p:cNvPr id="6" name="PlaceHolder 4"/>
          <p:cNvSpPr>
            <a:spLocks noGrp="1"/>
          </p:cNvSpPr>
          <p:nvPr>
            <p:ph type="sldNum" idx="3"/>
          </p:nvPr>
        </p:nvSpPr>
        <p:spPr>
          <a:xfrm>
            <a:off x="458640" y="4529520"/>
            <a:ext cx="6332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fld id="{074F0AA3-916D-4D5B-AD91-A7EEEC956BAC}" type="slidenum">
              <a:rPr b="0" lang="en-US" sz="1300" strike="noStrike" u="none">
                <a:solidFill>
                  <a:schemeClr val="dk1">
                    <a:alpha val="60000"/>
                  </a:schemeClr>
                </a:solidFill>
                <a:uFillTx/>
                <a:latin typeface="Arial Nova Light"/>
              </a:rPr>
              <a:t>&lt;number&gt;</a:t>
            </a:fld>
            <a:endParaRPr b="0" lang="en-US" sz="1300" strike="noStrike" u="none">
              <a:solidFill>
                <a:srgbClr val="000000"/>
              </a:solidFill>
              <a:uFillTx/>
              <a:latin typeface="Noto Sans CJK SC"/>
            </a:endParaRPr>
          </a:p>
        </p:txBody>
      </p:sp>
      <p:sp>
        <p:nvSpPr>
          <p:cNvPr id="7" name="PlaceHolder 5"/>
          <p:cNvSpPr>
            <a:spLocks noGrp="1"/>
          </p:cNvSpPr>
          <p:nvPr>
            <p:ph type="body"/>
          </p:nvPr>
        </p:nvSpPr>
        <p:spPr>
          <a:xfrm>
            <a:off x="495000" y="1604520"/>
            <a:ext cx="8915040" cy="3977280"/>
          </a:xfrm>
          <a:prstGeom prst="rect">
            <a:avLst/>
          </a:prstGeom>
          <a:noFill/>
          <a:ln w="0">
            <a:noFill/>
          </a:ln>
        </p:spPr>
        <p:txBody>
          <a:bodyPr lIns="0" rIns="0" tIns="0" bIns="0" anchor="t">
            <a:normAutofit/>
          </a:bodyPr>
          <a:p>
            <a:pPr marL="432000" indent="-324000">
              <a:lnSpc>
                <a:spcPct val="120000"/>
              </a:lnSpc>
              <a:spcBef>
                <a:spcPts val="1417"/>
              </a:spcBef>
              <a:buSzPct val="45000"/>
              <a:buFont typeface="Wingdings" charset="2"/>
              <a:buChar char=""/>
            </a:pPr>
            <a:r>
              <a:rPr b="0" lang="en-US" sz="1400" strike="noStrike" u="none">
                <a:solidFill>
                  <a:schemeClr val="dk1"/>
                </a:solidFill>
                <a:uFillTx/>
                <a:latin typeface="Arial Nova Light"/>
              </a:rPr>
              <a:t>Double-tap to edit the outline text format</a:t>
            </a:r>
            <a:endParaRPr b="0" lang="en-US" sz="1400" strike="noStrike" u="none">
              <a:solidFill>
                <a:schemeClr val="dk1"/>
              </a:solidFill>
              <a:uFillTx/>
              <a:latin typeface="Arial Nova Light"/>
            </a:endParaRPr>
          </a:p>
          <a:p>
            <a:pPr lvl="1" marL="864000" indent="-324000">
              <a:lnSpc>
                <a:spcPct val="120000"/>
              </a:lnSpc>
              <a:spcBef>
                <a:spcPts val="1134"/>
              </a:spcBef>
              <a:buSzPct val="75000"/>
              <a:buFont typeface="Symbol" charset="2"/>
              <a:buChar char=""/>
            </a:pPr>
            <a:r>
              <a:rPr b="0" lang="en-US" sz="1400" strike="noStrike" u="none">
                <a:solidFill>
                  <a:schemeClr val="dk1"/>
                </a:solidFill>
                <a:uFillTx/>
                <a:latin typeface="Arial Nova Light"/>
              </a:rPr>
              <a:t>Second Outline Level</a:t>
            </a:r>
            <a:endParaRPr b="0" lang="en-US" sz="1400" strike="noStrike" u="none">
              <a:solidFill>
                <a:schemeClr val="dk1"/>
              </a:solidFill>
              <a:uFillTx/>
              <a:latin typeface="Arial Nova Light"/>
            </a:endParaRPr>
          </a:p>
          <a:p>
            <a:pPr lvl="2" marL="1296000" indent="-288000">
              <a:lnSpc>
                <a:spcPct val="120000"/>
              </a:lnSpc>
              <a:spcBef>
                <a:spcPts val="850"/>
              </a:spcBef>
              <a:buSzPct val="45000"/>
              <a:buFont typeface="Wingdings" charset="2"/>
              <a:buChar char=""/>
            </a:pPr>
            <a:r>
              <a:rPr b="0" lang="en-US" sz="1400" strike="noStrike" u="none">
                <a:solidFill>
                  <a:schemeClr val="dk1"/>
                </a:solidFill>
                <a:uFillTx/>
                <a:latin typeface="Arial Nova Light"/>
              </a:rPr>
              <a:t>Third Outline Level</a:t>
            </a:r>
            <a:endParaRPr b="0" lang="en-US" sz="1400" strike="noStrike" u="none">
              <a:solidFill>
                <a:schemeClr val="dk1"/>
              </a:solidFill>
              <a:uFillTx/>
              <a:latin typeface="Arial Nova Light"/>
            </a:endParaRPr>
          </a:p>
          <a:p>
            <a:pPr lvl="3" marL="1728000" indent="-216000">
              <a:lnSpc>
                <a:spcPct val="120000"/>
              </a:lnSpc>
              <a:spcBef>
                <a:spcPts val="567"/>
              </a:spcBef>
              <a:buSzPct val="75000"/>
              <a:buFont typeface="Symbol" charset="2"/>
              <a:buChar char=""/>
            </a:pPr>
            <a:r>
              <a:rPr b="0" lang="en-US" sz="1400" strike="noStrike" u="none">
                <a:solidFill>
                  <a:schemeClr val="dk1"/>
                </a:solidFill>
                <a:uFillTx/>
                <a:latin typeface="Arial Nova Light"/>
              </a:rPr>
              <a:t>Fourth Outline Level</a:t>
            </a:r>
            <a:endParaRPr b="0" lang="en-US" sz="1400" strike="noStrike" u="none">
              <a:solidFill>
                <a:schemeClr val="dk1"/>
              </a:solidFill>
              <a:uFillTx/>
              <a:latin typeface="Arial Nova Light"/>
            </a:endParaRPr>
          </a:p>
          <a:p>
            <a:pPr lvl="4" marL="2160000" indent="-216000">
              <a:lnSpc>
                <a:spcPct val="120000"/>
              </a:lnSpc>
              <a:spcBef>
                <a:spcPts val="283"/>
              </a:spcBef>
              <a:buSzPct val="45000"/>
              <a:buFont typeface="Wingdings" charset="2"/>
              <a:buChar char=""/>
            </a:pPr>
            <a:r>
              <a:rPr b="0" lang="en-US" sz="2000" strike="noStrike" u="none">
                <a:solidFill>
                  <a:schemeClr val="dk1"/>
                </a:solidFill>
                <a:uFillTx/>
                <a:latin typeface="Arial Nova Light"/>
              </a:rPr>
              <a:t>Fifth Outline Level</a:t>
            </a:r>
            <a:endParaRPr b="0" lang="en-US" sz="2000" strike="noStrike" u="none">
              <a:solidFill>
                <a:schemeClr val="dk1"/>
              </a:solidFill>
              <a:uFillTx/>
              <a:latin typeface="Arial Nova Light"/>
            </a:endParaRPr>
          </a:p>
          <a:p>
            <a:pPr lvl="5" marL="2592000" indent="-216000">
              <a:lnSpc>
                <a:spcPct val="120000"/>
              </a:lnSpc>
              <a:spcBef>
                <a:spcPts val="283"/>
              </a:spcBef>
              <a:buSzPct val="45000"/>
              <a:buFont typeface="Wingdings" charset="2"/>
              <a:buChar char=""/>
            </a:pPr>
            <a:r>
              <a:rPr b="0" lang="en-US" sz="2000" strike="noStrike" u="none">
                <a:solidFill>
                  <a:schemeClr val="dk1"/>
                </a:solidFill>
                <a:uFillTx/>
                <a:latin typeface="Arial Nova Light"/>
              </a:rPr>
              <a:t>Sixth Outline Level</a:t>
            </a:r>
            <a:endParaRPr b="0" lang="en-US" sz="2000" strike="noStrike" u="none">
              <a:solidFill>
                <a:schemeClr val="dk1"/>
              </a:solidFill>
              <a:uFillTx/>
              <a:latin typeface="Arial Nova Light"/>
            </a:endParaRPr>
          </a:p>
          <a:p>
            <a:pPr lvl="6" marL="3024000" indent="-216000">
              <a:lnSpc>
                <a:spcPct val="120000"/>
              </a:lnSpc>
              <a:spcBef>
                <a:spcPts val="283"/>
              </a:spcBef>
              <a:buSzPct val="45000"/>
              <a:buFont typeface="Wingdings" charset="2"/>
              <a:buChar char=""/>
            </a:pPr>
            <a:r>
              <a:rPr b="0" lang="en-US" sz="2000" strike="noStrike" u="none">
                <a:solidFill>
                  <a:schemeClr val="dk1"/>
                </a:solidFill>
                <a:uFillTx/>
                <a:latin typeface="Arial Nova Light"/>
              </a:rPr>
              <a:t>Seventh Outline Level</a:t>
            </a:r>
            <a:endParaRPr b="0" lang="en-US" sz="2000" strike="noStrike" u="none">
              <a:solidFill>
                <a:schemeClr val="dk1"/>
              </a:solidFill>
              <a:uFillTx/>
              <a:latin typeface="Arial Nova Light"/>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10" name="Straight Connector 8"/>
          <p:cNvCxnSpPr/>
          <p:nvPr/>
        </p:nvCxnSpPr>
        <p:spPr>
          <a:xfrm>
            <a:off x="430560" y="533160"/>
            <a:ext cx="9039600" cy="360"/>
          </a:xfrm>
          <a:prstGeom prst="straightConnector1">
            <a:avLst/>
          </a:prstGeom>
          <a:ln w="9525">
            <a:solidFill>
              <a:srgbClr val="0f0f0f">
                <a:alpha val="25000"/>
              </a:srgbClr>
            </a:solidFill>
          </a:ln>
        </p:spPr>
      </p:cxnSp>
      <p:sp>
        <p:nvSpPr>
          <p:cNvPr id="11" name="TextBox 7"/>
          <p:cNvSpPr/>
          <p:nvPr/>
        </p:nvSpPr>
        <p:spPr>
          <a:xfrm>
            <a:off x="51480" y="6642000"/>
            <a:ext cx="1606680" cy="661320"/>
          </a:xfrm>
          <a:prstGeom prst="rect">
            <a:avLst/>
          </a:prstGeom>
          <a:noFill/>
          <a:ln w="0">
            <a:noFill/>
          </a:ln>
        </p:spPr>
        <p:style>
          <a:lnRef idx="0"/>
          <a:fillRef idx="0"/>
          <a:effectRef idx="0"/>
          <a:fontRef idx="minor"/>
        </p:style>
        <p:txBody>
          <a:bodyPr horzOverflow="overflow" lIns="0" rIns="0" tIns="0" bIns="0" anchor="t">
            <a:spAutoFit/>
          </a:bodyPr>
          <a:p>
            <a:pPr defTabSz="457200">
              <a:lnSpc>
                <a:spcPct val="100000"/>
              </a:lnSpc>
            </a:pPr>
            <a:r>
              <a:rPr b="0" lang="en-US" sz="1450" strike="noStrike" u="none">
                <a:solidFill>
                  <a:srgbClr val="000000">
                    <a:alpha val="50000"/>
                  </a:srgbClr>
                </a:solidFill>
                <a:uFillTx/>
                <a:latin typeface="Aptos"/>
              </a:rPr>
              <a:t>Classified as Microsoft Confidential</a:t>
            </a:r>
            <a:endParaRPr b="0" lang="en-US" sz="1450" strike="noStrike" u="none">
              <a:solidFill>
                <a:srgbClr val="000000"/>
              </a:solidFill>
              <a:uFillTx/>
              <a:latin typeface="Noto Sans CJK SC"/>
            </a:endParaRPr>
          </a:p>
        </p:txBody>
      </p:sp>
      <p:sp>
        <p:nvSpPr>
          <p:cNvPr id="12" name="PlaceHolder 1"/>
          <p:cNvSpPr>
            <a:spLocks noGrp="1"/>
          </p:cNvSpPr>
          <p:nvPr>
            <p:ph type="title"/>
          </p:nvPr>
        </p:nvSpPr>
        <p:spPr>
          <a:xfrm>
            <a:off x="2107440" y="624240"/>
            <a:ext cx="7138080" cy="1280520"/>
          </a:xfrm>
          <a:prstGeom prst="rect">
            <a:avLst/>
          </a:prstGeom>
          <a:noFill/>
          <a:ln w="0">
            <a:noFill/>
          </a:ln>
        </p:spPr>
        <p:txBody>
          <a:bodyPr lIns="91440" rIns="91440" tIns="45720" bIns="45720" anchor="t">
            <a:noAutofit/>
          </a:bodyPr>
          <a:p>
            <a:pPr indent="0" defTabSz="914400">
              <a:lnSpc>
                <a:spcPct val="90000"/>
              </a:lnSpc>
              <a:buNone/>
            </a:pPr>
            <a:r>
              <a:rPr b="0" lang="en-US" sz="3200" strike="noStrike" u="none" cap="all">
                <a:solidFill>
                  <a:schemeClr val="dk1"/>
                </a:solidFill>
                <a:uFillTx/>
                <a:latin typeface="Univers Condensed"/>
              </a:rPr>
              <a:t>Click to edit Master title style</a:t>
            </a:r>
            <a:endParaRPr b="0" lang="en-US" sz="3200" strike="noStrike" u="none">
              <a:solidFill>
                <a:schemeClr val="dk1"/>
              </a:solidFill>
              <a:uFillTx/>
              <a:latin typeface="Arial Nova Light"/>
            </a:endParaRPr>
          </a:p>
        </p:txBody>
      </p:sp>
      <p:sp>
        <p:nvSpPr>
          <p:cNvPr id="13" name="PlaceHolder 2"/>
          <p:cNvSpPr>
            <a:spLocks noGrp="1"/>
          </p:cNvSpPr>
          <p:nvPr>
            <p:ph type="body"/>
          </p:nvPr>
        </p:nvSpPr>
        <p:spPr>
          <a:xfrm>
            <a:off x="2104200" y="2133720"/>
            <a:ext cx="7140960" cy="3777120"/>
          </a:xfrm>
          <a:prstGeom prst="rect">
            <a:avLst/>
          </a:prstGeom>
          <a:noFill/>
          <a:ln w="0">
            <a:noFill/>
          </a:ln>
        </p:spPr>
        <p:txBody>
          <a:bodyPr lIns="91440" rIns="91440" tIns="45720" bIns="45720" anchor="t">
            <a:noAutofit/>
          </a:bodyPr>
          <a:p>
            <a:pPr marL="228600" indent="-228600" defTabSz="914400">
              <a:lnSpc>
                <a:spcPct val="120000"/>
              </a:lnSpc>
              <a:spcBef>
                <a:spcPts val="1001"/>
              </a:spcBef>
              <a:buFont typeface="Arial"/>
              <a:buChar char="•"/>
            </a:pPr>
            <a:r>
              <a:rPr b="0" lang="en-US" sz="1400" strike="noStrike" u="none">
                <a:solidFill>
                  <a:schemeClr val="dk1"/>
                </a:solidFill>
                <a:uFillTx/>
                <a:latin typeface="Arial Nova Light"/>
              </a:rPr>
              <a:t>Click to edit Master text styles</a:t>
            </a:r>
            <a:endParaRPr b="0" lang="en-US" sz="1400" strike="noStrike" u="none">
              <a:solidFill>
                <a:schemeClr val="dk1"/>
              </a:solidFill>
              <a:uFillTx/>
              <a:latin typeface="Arial Nova Light"/>
            </a:endParaRPr>
          </a:p>
          <a:p>
            <a:pPr lvl="1" marL="685800" indent="-228600" defTabSz="914400">
              <a:lnSpc>
                <a:spcPct val="120000"/>
              </a:lnSpc>
              <a:spcBef>
                <a:spcPts val="499"/>
              </a:spcBef>
              <a:buFont typeface="Arial"/>
              <a:buChar char="•"/>
            </a:pPr>
            <a:r>
              <a:rPr b="0" lang="en-US" sz="1400" strike="noStrike" u="none">
                <a:solidFill>
                  <a:schemeClr val="dk1"/>
                </a:solidFill>
                <a:uFillTx/>
                <a:latin typeface="Arial Nova Light"/>
              </a:rPr>
              <a:t>Second level</a:t>
            </a:r>
            <a:endParaRPr b="0" lang="en-US" sz="1400" strike="noStrike" u="none">
              <a:solidFill>
                <a:schemeClr val="dk1"/>
              </a:solidFill>
              <a:uFillTx/>
              <a:latin typeface="Arial Nova Light"/>
            </a:endParaRPr>
          </a:p>
          <a:p>
            <a:pPr lvl="2" marL="1143000" indent="-228600" defTabSz="914400">
              <a:lnSpc>
                <a:spcPct val="120000"/>
              </a:lnSpc>
              <a:spcBef>
                <a:spcPts val="499"/>
              </a:spcBef>
              <a:buFont typeface="Arial"/>
              <a:buChar char="•"/>
            </a:pPr>
            <a:r>
              <a:rPr b="0" lang="en-US" sz="1400" strike="noStrike" u="none">
                <a:solidFill>
                  <a:schemeClr val="dk1"/>
                </a:solidFill>
                <a:uFillTx/>
                <a:latin typeface="Arial Nova Light"/>
              </a:rPr>
              <a:t>Third level</a:t>
            </a:r>
            <a:endParaRPr b="0" lang="en-US" sz="1400" strike="noStrike" u="none">
              <a:solidFill>
                <a:schemeClr val="dk1"/>
              </a:solidFill>
              <a:uFillTx/>
              <a:latin typeface="Arial Nova Light"/>
            </a:endParaRPr>
          </a:p>
          <a:p>
            <a:pPr lvl="3" marL="1600200" indent="-228600" defTabSz="914400">
              <a:lnSpc>
                <a:spcPct val="120000"/>
              </a:lnSpc>
              <a:spcBef>
                <a:spcPts val="499"/>
              </a:spcBef>
              <a:buFont typeface="Arial"/>
              <a:buChar char="•"/>
            </a:pPr>
            <a:r>
              <a:rPr b="0" lang="en-US" sz="1400" strike="noStrike" u="none">
                <a:solidFill>
                  <a:schemeClr val="dk1"/>
                </a:solidFill>
                <a:uFillTx/>
                <a:latin typeface="Arial Nova Light"/>
              </a:rPr>
              <a:t>Fourth level</a:t>
            </a:r>
            <a:endParaRPr b="0" lang="en-US" sz="1400" strike="noStrike" u="none">
              <a:solidFill>
                <a:schemeClr val="dk1"/>
              </a:solidFill>
              <a:uFillTx/>
              <a:latin typeface="Arial Nova Light"/>
            </a:endParaRPr>
          </a:p>
          <a:p>
            <a:pPr lvl="4" marL="2057400" indent="-228600" defTabSz="914400">
              <a:lnSpc>
                <a:spcPct val="120000"/>
              </a:lnSpc>
              <a:spcBef>
                <a:spcPts val="499"/>
              </a:spcBef>
              <a:buFont typeface="Arial"/>
              <a:buChar char="•"/>
            </a:pPr>
            <a:r>
              <a:rPr b="0" lang="en-US" sz="1400" strike="noStrike" u="none">
                <a:solidFill>
                  <a:schemeClr val="dk1"/>
                </a:solidFill>
                <a:uFillTx/>
                <a:latin typeface="Arial Nova Light"/>
              </a:rPr>
              <a:t>Fifth level</a:t>
            </a:r>
            <a:endParaRPr b="0" lang="en-US" sz="1400" strike="noStrike" u="none">
              <a:solidFill>
                <a:schemeClr val="dk1"/>
              </a:solidFill>
              <a:uFillTx/>
              <a:latin typeface="Arial Nova Light"/>
            </a:endParaRPr>
          </a:p>
        </p:txBody>
      </p:sp>
      <p:sp>
        <p:nvSpPr>
          <p:cNvPr id="14" name="PlaceHolder 3"/>
          <p:cNvSpPr>
            <a:spLocks noGrp="1"/>
          </p:cNvSpPr>
          <p:nvPr>
            <p:ph type="dt" idx="4"/>
          </p:nvPr>
        </p:nvSpPr>
        <p:spPr>
          <a:xfrm>
            <a:off x="6374880" y="6426000"/>
            <a:ext cx="27032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r>
              <a:rPr b="0" lang="en-US" sz="1300" strike="noStrike" u="none">
                <a:solidFill>
                  <a:schemeClr val="dk1">
                    <a:alpha val="60000"/>
                  </a:schemeClr>
                </a:solidFill>
                <a:uFillTx/>
                <a:latin typeface="Arial Nova Light"/>
              </a:rPr>
              <a:t>&lt;date/time&gt;</a:t>
            </a:r>
            <a:endParaRPr b="0" lang="en-US" sz="1300" strike="noStrike" u="none">
              <a:solidFill>
                <a:srgbClr val="000000"/>
              </a:solidFill>
              <a:uFillTx/>
              <a:latin typeface="Noto Sans CJK SC"/>
            </a:endParaRPr>
          </a:p>
        </p:txBody>
      </p:sp>
      <p:sp>
        <p:nvSpPr>
          <p:cNvPr id="15" name="PlaceHolder 4"/>
          <p:cNvSpPr>
            <a:spLocks noGrp="1"/>
          </p:cNvSpPr>
          <p:nvPr>
            <p:ph type="ftr" idx="5"/>
          </p:nvPr>
        </p:nvSpPr>
        <p:spPr>
          <a:xfrm>
            <a:off x="353160" y="6426000"/>
            <a:ext cx="3809160" cy="364680"/>
          </a:xfrm>
          <a:prstGeom prst="rect">
            <a:avLst/>
          </a:prstGeom>
          <a:noFill/>
          <a:ln w="0">
            <a:noFill/>
          </a:ln>
        </p:spPr>
        <p:txBody>
          <a:bodyPr lIns="91440" rIns="91440" tIns="45720" bIns="45720" anchor="ctr">
            <a:noAutofit/>
          </a:bodyPr>
          <a:lstStyle>
            <a:lvl1pPr indent="0" defTabSz="457200">
              <a:lnSpc>
                <a:spcPct val="100000"/>
              </a:lnSpc>
              <a:buNone/>
              <a:defRPr b="0" lang="en-US" sz="1300" strike="noStrike" u="none">
                <a:solidFill>
                  <a:schemeClr val="dk1">
                    <a:alpha val="60000"/>
                  </a:schemeClr>
                </a:solidFill>
                <a:uFillTx/>
                <a:latin typeface="Arial Nova Light"/>
              </a:defRPr>
            </a:lvl1pPr>
          </a:lstStyle>
          <a:p>
            <a:pPr indent="0" defTabSz="457200">
              <a:lnSpc>
                <a:spcPct val="100000"/>
              </a:lnSpc>
              <a:buNone/>
            </a:pPr>
            <a:r>
              <a:rPr b="0" lang="en-US" sz="1300" strike="noStrike" u="none">
                <a:solidFill>
                  <a:schemeClr val="dk1">
                    <a:alpha val="60000"/>
                  </a:schemeClr>
                </a:solidFill>
                <a:uFillTx/>
                <a:latin typeface="Arial Nova Light"/>
              </a:rPr>
              <a:t>&lt;footer&gt;</a:t>
            </a:r>
            <a:endParaRPr b="0" lang="en-US" sz="1300" strike="noStrike" u="none">
              <a:solidFill>
                <a:srgbClr val="000000"/>
              </a:solidFill>
              <a:uFillTx/>
              <a:latin typeface="Noto Sans CJK SC"/>
            </a:endParaRPr>
          </a:p>
        </p:txBody>
      </p:sp>
      <p:sp>
        <p:nvSpPr>
          <p:cNvPr id="16" name="Freeform 11"/>
          <p:cNvSpPr/>
          <p:nvPr/>
        </p:nvSpPr>
        <p:spPr>
          <a:xfrm flipV="1">
            <a:off x="0" y="711000"/>
            <a:ext cx="1471320" cy="507600"/>
          </a:xfrm>
          <a:custGeom>
            <a:avLst/>
            <a:gdLst>
              <a:gd name="textAreaLeft" fmla="*/ 0 w 1471320"/>
              <a:gd name="textAreaRight" fmla="*/ 1471680 w 1471320"/>
              <a:gd name="textAreaTop" fmla="*/ 360 h 507600"/>
              <a:gd name="textAreaBottom" fmla="*/ 508320 h 507600"/>
            </a:gdLst>
            <a:ahLst/>
            <a:rect l="textAreaLeft" t="textAreaTop" r="textAreaRight" b="textAreaBottom"/>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Noto Sans CJK SC"/>
            </a:endParaRPr>
          </a:p>
        </p:txBody>
      </p:sp>
      <p:sp>
        <p:nvSpPr>
          <p:cNvPr id="17" name="PlaceHolder 5"/>
          <p:cNvSpPr>
            <a:spLocks noGrp="1"/>
          </p:cNvSpPr>
          <p:nvPr>
            <p:ph type="sldNum" idx="6"/>
          </p:nvPr>
        </p:nvSpPr>
        <p:spPr>
          <a:xfrm>
            <a:off x="9072360" y="6426000"/>
            <a:ext cx="48960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fld id="{582103B0-1F45-41EE-98D8-8F09332FEF90}" type="slidenum">
              <a:rPr b="0" lang="en-US" sz="1300" strike="noStrike" u="none">
                <a:solidFill>
                  <a:schemeClr val="dk1">
                    <a:alpha val="60000"/>
                  </a:schemeClr>
                </a:solidFill>
                <a:uFillTx/>
                <a:latin typeface="Arial Nova Light"/>
              </a:rPr>
              <a:t>&lt;number&gt;</a:t>
            </a:fld>
            <a:endParaRPr b="0" lang="en-US" sz="1300" strike="noStrike" u="none">
              <a:solidFill>
                <a:srgbClr val="000000"/>
              </a:solidFill>
              <a:uFillTx/>
              <a:latin typeface="Noto Sans CJK SC"/>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customXml" Target="../ink/ink1.xml"/><Relationship Id="rId3" Type="http://schemas.openxmlformats.org/officeDocument/2006/relationships/customXml" Target="../ink/ink2.xml"/><Relationship Id="rId4" Type="http://schemas.openxmlformats.org/officeDocument/2006/relationships/customXml" Target="../ink/ink3.xml"/><Relationship Id="rId5" Type="http://schemas.openxmlformats.org/officeDocument/2006/relationships/customXml" Target="../ink/ink4.xml"/><Relationship Id="rId6" Type="http://schemas.openxmlformats.org/officeDocument/2006/relationships/customXml" Target="../ink/ink5.xml"/><Relationship Id="rId7" Type="http://schemas.openxmlformats.org/officeDocument/2006/relationships/customXml" Target="../ink/ink6.xml"/><Relationship Id="rId8" Type="http://schemas.openxmlformats.org/officeDocument/2006/relationships/customXml" Target="../ink/ink7.xml"/><Relationship Id="rId9"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customXml" Target="../ink/ink8.xml"/><Relationship Id="rId3" Type="http://schemas.openxmlformats.org/officeDocument/2006/relationships/customXml" Target="../ink/ink9.xml"/><Relationship Id="rId4" Type="http://schemas.openxmlformats.org/officeDocument/2006/relationships/customXml" Target="../ink/ink10.xml"/><Relationship Id="rId5" Type="http://schemas.openxmlformats.org/officeDocument/2006/relationships/customXml" Target="../ink/ink11.xml"/><Relationship Id="rId6"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824040" y="-5040"/>
            <a:ext cx="8430120" cy="5808240"/>
          </a:xfrm>
          <a:prstGeom prst="rect">
            <a:avLst/>
          </a:prstGeom>
          <a:noFill/>
          <a:ln w="0">
            <a:noFill/>
          </a:ln>
        </p:spPr>
        <p:txBody>
          <a:bodyPr lIns="91440" rIns="91440" tIns="45720" bIns="45720" anchor="b">
            <a:normAutofit fontScale="90000"/>
          </a:bodyPr>
          <a:p>
            <a:pPr indent="0" algn="ctr" defTabSz="914400">
              <a:lnSpc>
                <a:spcPct val="100000"/>
              </a:lnSpc>
              <a:buNone/>
            </a:pPr>
            <a:r>
              <a:rPr b="1" lang="en-US" sz="2800" strike="noStrike" u="none" cap="all">
                <a:solidFill>
                  <a:srgbClr val="0070c0"/>
                </a:solidFill>
                <a:uFillTx/>
                <a:latin typeface="Times New Roman"/>
              </a:rPr>
              <a:t>global Academy of </a:t>
            </a:r>
            <a:br>
              <a:rPr sz="2800"/>
            </a:br>
            <a:r>
              <a:rPr b="1" lang="en-US" sz="2800" strike="noStrike" u="none" cap="all">
                <a:solidFill>
                  <a:srgbClr val="0070c0"/>
                </a:solidFill>
                <a:uFillTx/>
                <a:latin typeface="Times New Roman"/>
              </a:rPr>
              <a:t>Technology</a:t>
            </a:r>
            <a:br>
              <a:rPr sz="2800"/>
            </a:br>
            <a:r>
              <a:rPr b="1" lang="en-US" sz="2800" strike="noStrike" u="none" cap="all">
                <a:solidFill>
                  <a:srgbClr val="0070c0"/>
                </a:solidFill>
                <a:uFillTx/>
                <a:latin typeface="Times New Roman"/>
              </a:rPr>
              <a:t>Rajarajeshwari </a:t>
            </a:r>
            <a:r>
              <a:rPr b="0" lang="en-US" sz="2800" strike="noStrike" u="none" cap="all">
                <a:solidFill>
                  <a:srgbClr val="0070c0"/>
                </a:solidFill>
                <a:uFillTx/>
                <a:latin typeface="Times New Roman"/>
              </a:rPr>
              <a:t>Nagar,Bengaluru-560098</a:t>
            </a:r>
            <a:br>
              <a:rPr sz="2800"/>
            </a:br>
            <a:r>
              <a:rPr b="1" lang="en-US" sz="2400" strike="noStrike" u="none" cap="all">
                <a:solidFill>
                  <a:srgbClr val="00b050"/>
                </a:solidFill>
                <a:uFillTx/>
                <a:latin typeface="Times New Roman"/>
              </a:rPr>
              <a:t>Department of Electronics and Communication Engineering</a:t>
            </a:r>
            <a:endParaRPr b="0" lang="en-US" sz="2400" strike="noStrike" u="none">
              <a:solidFill>
                <a:schemeClr val="dk1"/>
              </a:solidFill>
              <a:uFillTx/>
              <a:latin typeface="Arial Nova Light"/>
            </a:endParaRPr>
          </a:p>
          <a:p>
            <a:pPr indent="0" algn="ctr" defTabSz="914400">
              <a:lnSpc>
                <a:spcPct val="100000"/>
              </a:lnSpc>
              <a:buNone/>
            </a:pPr>
            <a:r>
              <a:rPr b="1" lang="en-US" sz="2400" strike="noStrike" u="none" cap="all">
                <a:solidFill>
                  <a:srgbClr val="ff0000"/>
                </a:solidFill>
                <a:uFillTx/>
                <a:latin typeface="Times New Roman"/>
              </a:rPr>
              <a:t>Mini</a:t>
            </a:r>
            <a:r>
              <a:rPr b="1" lang="en-US" sz="2400" strike="noStrike" u="none" cap="all">
                <a:solidFill>
                  <a:schemeClr val="dk1"/>
                </a:solidFill>
                <a:uFillTx/>
                <a:latin typeface="Times New Roman"/>
              </a:rPr>
              <a:t> </a:t>
            </a:r>
            <a:r>
              <a:rPr b="1" lang="en-US" sz="2400" strike="noStrike" u="none" cap="all">
                <a:solidFill>
                  <a:srgbClr val="ff0000"/>
                </a:solidFill>
                <a:uFillTx/>
                <a:latin typeface="Times New Roman"/>
              </a:rPr>
              <a:t>Project Phase-I (BECP24507) </a:t>
            </a:r>
            <a:endParaRPr b="0" lang="en-US" sz="2400" strike="noStrike" u="none">
              <a:solidFill>
                <a:schemeClr val="dk1"/>
              </a:solidFill>
              <a:uFillTx/>
              <a:latin typeface="Arial Nova Light"/>
            </a:endParaRPr>
          </a:p>
          <a:p>
            <a:pPr indent="0" algn="ctr" defTabSz="914400">
              <a:lnSpc>
                <a:spcPct val="100000"/>
              </a:lnSpc>
              <a:buNone/>
            </a:pPr>
            <a:r>
              <a:rPr b="1" lang="en-US" sz="2400" strike="noStrike" u="none" cap="all">
                <a:solidFill>
                  <a:srgbClr val="ff0000"/>
                </a:solidFill>
                <a:uFillTx/>
                <a:latin typeface="Times New Roman"/>
              </a:rPr>
              <a:t>Review-0 Presentation</a:t>
            </a:r>
            <a:endParaRPr b="0" lang="en-US" sz="2400" strike="noStrike" u="none">
              <a:solidFill>
                <a:schemeClr val="dk1"/>
              </a:solidFill>
              <a:uFillTx/>
              <a:latin typeface="Arial Nova Light"/>
            </a:endParaRPr>
          </a:p>
          <a:p>
            <a:pPr indent="0" algn="ctr" defTabSz="914400">
              <a:lnSpc>
                <a:spcPct val="90000"/>
              </a:lnSpc>
              <a:buNone/>
            </a:pPr>
            <a:r>
              <a:rPr b="0" lang="en-US" sz="2800" strike="noStrike" u="none" cap="all">
                <a:solidFill>
                  <a:schemeClr val="dk1"/>
                </a:solidFill>
                <a:uFillTx/>
                <a:latin typeface="Times New Roman"/>
              </a:rPr>
              <a:t>On</a:t>
            </a:r>
            <a:br>
              <a:rPr sz="2800"/>
            </a:br>
            <a:r>
              <a:rPr b="1" lang="en-US" sz="2800" strike="noStrike" u="none" cap="all">
                <a:solidFill>
                  <a:srgbClr val="7030a0"/>
                </a:solidFill>
                <a:uFillTx/>
                <a:latin typeface="Times New Roman"/>
              </a:rPr>
              <a:t>“AI-Assisted Fault-Tolerant Artificial Nervous System forSoft Robotic Grippers”</a:t>
            </a:r>
            <a:endParaRPr b="0" lang="en-US" sz="2800" strike="noStrike" u="none">
              <a:solidFill>
                <a:schemeClr val="dk1"/>
              </a:solidFill>
              <a:uFillTx/>
              <a:latin typeface="Arial Nova Light"/>
            </a:endParaRPr>
          </a:p>
          <a:p>
            <a:pPr indent="0" defTabSz="914400">
              <a:lnSpc>
                <a:spcPct val="100000"/>
              </a:lnSpc>
              <a:buNone/>
            </a:pPr>
            <a:br>
              <a:rPr sz="2800"/>
            </a:br>
            <a:r>
              <a:rPr b="0" lang="en-US" sz="2800" strike="noStrike" u="none" cap="all">
                <a:solidFill>
                  <a:srgbClr val="000000"/>
                </a:solidFill>
                <a:uFillTx/>
                <a:latin typeface="Times New Roman"/>
              </a:rPr>
              <a:t>                                                               </a:t>
            </a:r>
            <a:r>
              <a:rPr b="1" lang="en-US" sz="2000" strike="noStrike" u="none" cap="all">
                <a:solidFill>
                  <a:srgbClr val="0f0f0f"/>
                </a:solidFill>
                <a:uFillTx/>
                <a:latin typeface="Times New Roman"/>
              </a:rPr>
              <a:t>Under The Guidance oF: </a:t>
            </a:r>
            <a:endParaRPr b="0" lang="en-US" sz="2000" strike="noStrike" u="none">
              <a:solidFill>
                <a:schemeClr val="dk1"/>
              </a:solidFill>
              <a:uFillTx/>
              <a:latin typeface="Arial Nova Light"/>
            </a:endParaRPr>
          </a:p>
          <a:p>
            <a:pPr indent="0" defTabSz="914400">
              <a:lnSpc>
                <a:spcPct val="100000"/>
              </a:lnSpc>
              <a:buNone/>
            </a:pPr>
            <a:r>
              <a:rPr b="1" lang="en-US" sz="2000" strike="noStrike" u="none" cap="all">
                <a:solidFill>
                  <a:srgbClr val="0f0f0f"/>
                </a:solidFill>
                <a:uFillTx/>
                <a:latin typeface="Times New Roman"/>
              </a:rPr>
              <a:t>                                                                                                              </a:t>
            </a:r>
            <a:r>
              <a:rPr b="1" lang="en-US" sz="2000" strike="noStrike" u="none" cap="all">
                <a:solidFill>
                  <a:srgbClr val="0f0f0f"/>
                </a:solidFill>
                <a:uFillTx/>
                <a:latin typeface="Times New Roman"/>
              </a:rPr>
              <a:t>Dept.ECE</a:t>
            </a:r>
            <a:endParaRPr b="0" lang="en-US" sz="2000" strike="noStrike" u="none">
              <a:solidFill>
                <a:schemeClr val="dk1"/>
              </a:solidFill>
              <a:uFillTx/>
              <a:latin typeface="Arial Nova Light"/>
            </a:endParaRPr>
          </a:p>
          <a:p>
            <a:pPr indent="0" defTabSz="914400">
              <a:lnSpc>
                <a:spcPct val="100000"/>
              </a:lnSpc>
              <a:buNone/>
            </a:pPr>
            <a:r>
              <a:rPr b="1" lang="en-US" sz="2000" strike="noStrike" u="none" cap="all">
                <a:solidFill>
                  <a:srgbClr val="0f0f0f"/>
                </a:solidFill>
                <a:uFillTx/>
                <a:latin typeface="Times New Roman"/>
              </a:rPr>
              <a:t>                                                                                           </a:t>
            </a:r>
            <a:r>
              <a:rPr b="1" lang="en-US" sz="2000" strike="noStrike" u="none" cap="all">
                <a:solidFill>
                  <a:srgbClr val="0f0f0f"/>
                </a:solidFill>
                <a:uFillTx/>
                <a:latin typeface="Times New Roman"/>
              </a:rPr>
              <a:t>Asst.Prof. Kusuma H R</a:t>
            </a:r>
            <a:endParaRPr b="0" lang="en-US" sz="2000" strike="noStrike" u="none">
              <a:solidFill>
                <a:schemeClr val="dk1"/>
              </a:solidFill>
              <a:uFillTx/>
              <a:latin typeface="Arial Nova Light"/>
            </a:endParaRPr>
          </a:p>
          <a:p>
            <a:pPr indent="0" defTabSz="914400">
              <a:lnSpc>
                <a:spcPct val="90000"/>
              </a:lnSpc>
              <a:buNone/>
            </a:pPr>
            <a:endParaRPr b="0" lang="en-US" sz="5400" strike="noStrike" u="none">
              <a:solidFill>
                <a:schemeClr val="dk1"/>
              </a:solidFill>
              <a:uFillTx/>
              <a:latin typeface="Arial Nova Light"/>
            </a:endParaRPr>
          </a:p>
        </p:txBody>
      </p:sp>
      <p:sp>
        <p:nvSpPr>
          <p:cNvPr id="21" name="PlaceHolder 2"/>
          <p:cNvSpPr>
            <a:spLocks noGrp="1"/>
          </p:cNvSpPr>
          <p:nvPr>
            <p:ph type="subTitle"/>
          </p:nvPr>
        </p:nvSpPr>
        <p:spPr>
          <a:xfrm>
            <a:off x="1433880" y="4056120"/>
            <a:ext cx="7820640" cy="2802240"/>
          </a:xfrm>
          <a:prstGeom prst="rect">
            <a:avLst/>
          </a:prstGeom>
          <a:noFill/>
          <a:ln w="0">
            <a:noFill/>
          </a:ln>
        </p:spPr>
        <p:txBody>
          <a:bodyPr lIns="91440" rIns="91440" tIns="45720" bIns="45720" anchor="t">
            <a:normAutofit/>
          </a:bodyPr>
          <a:p>
            <a:pPr indent="0" defTabSz="914400">
              <a:lnSpc>
                <a:spcPct val="100000"/>
              </a:lnSpc>
              <a:buNone/>
              <a:tabLst>
                <a:tab algn="l" pos="0"/>
              </a:tabLst>
            </a:pPr>
            <a:r>
              <a:rPr b="1" lang="en-US" sz="2000" strike="noStrike" u="none">
                <a:solidFill>
                  <a:srgbClr val="0f0f0f"/>
                </a:solidFill>
                <a:uFillTx/>
                <a:latin typeface="Times New Roman"/>
              </a:rPr>
              <a:t>Presented By:                                                         </a:t>
            </a:r>
            <a:endParaRPr b="0" lang="en-US" sz="2000" strike="noStrike" u="none">
              <a:solidFill>
                <a:srgbClr val="000000"/>
              </a:solidFill>
              <a:uFillTx/>
              <a:latin typeface="Noto Sans CJK SC"/>
            </a:endParaRPr>
          </a:p>
          <a:p>
            <a:pPr indent="0" defTabSz="914400">
              <a:lnSpc>
                <a:spcPct val="100000"/>
              </a:lnSpc>
              <a:buNone/>
              <a:tabLst>
                <a:tab algn="l" pos="0"/>
              </a:tabLst>
            </a:pPr>
            <a:r>
              <a:rPr b="1" lang="en-US" sz="2000" strike="noStrike" u="none">
                <a:solidFill>
                  <a:srgbClr val="0f0f0f"/>
                </a:solidFill>
                <a:uFillTx/>
                <a:latin typeface="Times New Roman"/>
              </a:rPr>
              <a:t>Yasmitha B R (1GA24EC234)</a:t>
            </a:r>
            <a:endParaRPr b="0" lang="en-US" sz="2000" strike="noStrike" u="none">
              <a:solidFill>
                <a:srgbClr val="000000"/>
              </a:solidFill>
              <a:uFillTx/>
              <a:latin typeface="Noto Sans CJK SC"/>
            </a:endParaRPr>
          </a:p>
          <a:p>
            <a:pPr indent="0" defTabSz="914400">
              <a:lnSpc>
                <a:spcPct val="100000"/>
              </a:lnSpc>
              <a:buNone/>
              <a:tabLst>
                <a:tab algn="l" pos="0"/>
              </a:tabLst>
            </a:pPr>
            <a:r>
              <a:rPr b="1" lang="en-US" sz="2000" strike="noStrike" u="none">
                <a:solidFill>
                  <a:srgbClr val="0f0f0f"/>
                </a:solidFill>
                <a:uFillTx/>
                <a:latin typeface="Times New Roman"/>
              </a:rPr>
              <a:t>Vishal Kambli (1GA24EC226)</a:t>
            </a:r>
            <a:endParaRPr b="0" lang="en-US" sz="2000" strike="noStrike" u="none">
              <a:solidFill>
                <a:srgbClr val="000000"/>
              </a:solidFill>
              <a:uFillTx/>
              <a:latin typeface="Noto Sans CJK SC"/>
            </a:endParaRPr>
          </a:p>
          <a:p>
            <a:pPr indent="0" defTabSz="914400">
              <a:lnSpc>
                <a:spcPct val="100000"/>
              </a:lnSpc>
              <a:buNone/>
              <a:tabLst>
                <a:tab algn="l" pos="0"/>
              </a:tabLst>
            </a:pPr>
            <a:r>
              <a:rPr b="1" lang="en-US" sz="2000" strike="noStrike" u="none">
                <a:solidFill>
                  <a:srgbClr val="0f0f0f"/>
                </a:solidFill>
                <a:uFillTx/>
                <a:latin typeface="Times New Roman"/>
              </a:rPr>
              <a:t>Veeresh (1GA24EC218)</a:t>
            </a:r>
            <a:endParaRPr b="0" lang="en-US" sz="2000" strike="noStrike" u="none">
              <a:solidFill>
                <a:srgbClr val="000000"/>
              </a:solidFill>
              <a:uFillTx/>
              <a:latin typeface="Noto Sans CJK SC"/>
            </a:endParaRPr>
          </a:p>
          <a:p>
            <a:pPr indent="0" defTabSz="914400">
              <a:lnSpc>
                <a:spcPct val="100000"/>
              </a:lnSpc>
              <a:buNone/>
              <a:tabLst>
                <a:tab algn="l" pos="0"/>
              </a:tabLst>
            </a:pPr>
            <a:r>
              <a:rPr b="1" lang="en-US" sz="2000" strike="noStrike" u="none">
                <a:solidFill>
                  <a:srgbClr val="0f0f0f"/>
                </a:solidFill>
                <a:uFillTx/>
                <a:latin typeface="Times New Roman"/>
              </a:rPr>
              <a:t>Varun G R (1GA24EC215)</a:t>
            </a:r>
            <a:endParaRPr b="0" lang="en-US" sz="2000" strike="noStrike" u="none">
              <a:solidFill>
                <a:srgbClr val="000000"/>
              </a:solidFill>
              <a:uFillTx/>
              <a:latin typeface="Noto Sans CJK SC"/>
            </a:endParaRPr>
          </a:p>
          <a:p>
            <a:pPr indent="0" defTabSz="914400">
              <a:lnSpc>
                <a:spcPct val="100000"/>
              </a:lnSpc>
              <a:buNone/>
              <a:tabLst>
                <a:tab algn="l" pos="0"/>
              </a:tabLst>
            </a:pPr>
            <a:endParaRPr b="0" lang="en-US" sz="2000" strike="noStrike" u="none">
              <a:solidFill>
                <a:srgbClr val="000000"/>
              </a:solidFill>
              <a:uFillTx/>
              <a:latin typeface="Noto Sans CJK SC"/>
            </a:endParaRPr>
          </a:p>
          <a:p>
            <a:pPr indent="0" defTabSz="914400">
              <a:lnSpc>
                <a:spcPct val="100000"/>
              </a:lnSpc>
              <a:buNone/>
              <a:tabLst>
                <a:tab algn="l" pos="0"/>
              </a:tabLst>
            </a:pPr>
            <a:endParaRPr b="0" lang="en-US" sz="2000" strike="noStrike" u="none">
              <a:solidFill>
                <a:srgbClr val="000000"/>
              </a:solidFill>
              <a:uFillTx/>
              <a:latin typeface="Noto Sans CJK SC"/>
            </a:endParaRPr>
          </a:p>
          <a:p>
            <a:pPr indent="0" defTabSz="914400">
              <a:lnSpc>
                <a:spcPct val="100000"/>
              </a:lnSpc>
              <a:buNone/>
              <a:tabLst>
                <a:tab algn="l" pos="0"/>
              </a:tabLst>
            </a:pPr>
            <a:r>
              <a:rPr b="1" lang="en-US" sz="2000" strike="noStrike" u="none">
                <a:solidFill>
                  <a:srgbClr val="0f0f0f"/>
                </a:solidFill>
                <a:uFillTx/>
                <a:latin typeface="Times New Roman"/>
              </a:rPr>
              <a:t>Batch Number:9</a:t>
            </a:r>
            <a:endParaRPr b="0" lang="en-US" sz="2000" strike="noStrike" u="none">
              <a:solidFill>
                <a:srgbClr val="000000"/>
              </a:solidFill>
              <a:uFillTx/>
              <a:latin typeface="Noto Sans CJK SC"/>
            </a:endParaRPr>
          </a:p>
          <a:p>
            <a:pPr indent="0" defTabSz="914400">
              <a:lnSpc>
                <a:spcPct val="120000"/>
              </a:lnSpc>
              <a:spcBef>
                <a:spcPts val="1001"/>
              </a:spcBef>
              <a:buNone/>
              <a:tabLst>
                <a:tab algn="l" pos="0"/>
              </a:tabLst>
            </a:pPr>
            <a:endParaRPr b="0" lang="en-US" sz="1400" strike="noStrike" u="none">
              <a:solidFill>
                <a:srgbClr val="000000"/>
              </a:solidFill>
              <a:uFillTx/>
              <a:latin typeface="Noto Sans CJK SC"/>
            </a:endParaRPr>
          </a:p>
        </p:txBody>
      </p:sp>
      <p:pic>
        <p:nvPicPr>
          <p:cNvPr id="22" name="Image 3" descr="A logo of a globe&#10;&#10;AI-generated content may be incorrect."/>
          <p:cNvPicPr/>
          <p:nvPr/>
        </p:nvPicPr>
        <p:blipFill>
          <a:blip r:embed="rId1"/>
          <a:stretch/>
        </p:blipFill>
        <p:spPr>
          <a:xfrm>
            <a:off x="804240" y="138240"/>
            <a:ext cx="631440" cy="847440"/>
          </a:xfrm>
          <a:prstGeom prst="rect">
            <a:avLst/>
          </a:prstGeom>
          <a:noFill/>
          <a:ln w="0">
            <a:solidFill>
              <a:srgbClr val="0f77ff"/>
            </a:solidFill>
          </a:ln>
        </p:spPr>
      </p:pic>
      <p:pic>
        <p:nvPicPr>
          <p:cNvPr id="23" name="Image 2" descr="A logo with a person in a hat&#10;&#10;AI-generated content may be incorrect."/>
          <p:cNvPicPr/>
          <p:nvPr/>
        </p:nvPicPr>
        <p:blipFill>
          <a:blip r:embed="rId2"/>
          <a:stretch/>
        </p:blipFill>
        <p:spPr>
          <a:xfrm>
            <a:off x="1722600" y="139320"/>
            <a:ext cx="517320" cy="799920"/>
          </a:xfrm>
          <a:prstGeom prst="rect">
            <a:avLst/>
          </a:prstGeom>
          <a:noFill/>
          <a:ln w="0">
            <a:solidFill>
              <a:srgbClr val="0f77ff"/>
            </a:solidFill>
          </a:ln>
        </p:spPr>
      </p:pic>
      <p:pic>
        <p:nvPicPr>
          <p:cNvPr id="24" name="Picture 8" descr="E:\84.jpg"/>
          <p:cNvPicPr/>
          <p:nvPr/>
        </p:nvPicPr>
        <p:blipFill>
          <a:blip r:embed="rId3"/>
          <a:stretch/>
        </p:blipFill>
        <p:spPr>
          <a:xfrm>
            <a:off x="7989480" y="160920"/>
            <a:ext cx="686880" cy="799920"/>
          </a:xfrm>
          <a:prstGeom prst="rect">
            <a:avLst/>
          </a:prstGeom>
          <a:noFill/>
          <a:ln w="0">
            <a:solidFill>
              <a:srgbClr val="0f77ff"/>
            </a:solid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object 3"/>
          <p:cNvSpPr/>
          <p:nvPr/>
        </p:nvSpPr>
        <p:spPr>
          <a:xfrm>
            <a:off x="966240" y="1549440"/>
            <a:ext cx="7735680" cy="2530440"/>
          </a:xfrm>
          <a:prstGeom prst="rect">
            <a:avLst/>
          </a:prstGeom>
          <a:noFill/>
          <a:ln w="0">
            <a:noFill/>
          </a:ln>
        </p:spPr>
        <p:style>
          <a:lnRef idx="0"/>
          <a:fillRef idx="0"/>
          <a:effectRef idx="0"/>
          <a:fontRef idx="minor"/>
        </p:style>
        <p:txBody>
          <a:bodyPr lIns="0" rIns="0" tIns="140400" bIns="0" anchor="t">
            <a:spAutoFit/>
          </a:bodyPr>
          <a:p>
            <a:pPr marL="12600" indent="-216000" defTabSz="457200">
              <a:lnSpc>
                <a:spcPct val="100000"/>
              </a:lnSpc>
              <a:spcBef>
                <a:spcPts val="1106"/>
              </a:spcBef>
              <a:buClr>
                <a:srgbClr val="0f0f0f"/>
              </a:buClr>
              <a:buFont typeface="Wingdings" charset="2"/>
              <a:buChar char=""/>
            </a:pPr>
            <a:r>
              <a:rPr b="0" lang="en-US" sz="2400" spc="-6" strike="noStrike" u="none">
                <a:solidFill>
                  <a:schemeClr val="dk1"/>
                </a:solidFill>
                <a:uFillTx/>
                <a:latin typeface="Times New Roman"/>
              </a:rPr>
              <a:t> </a:t>
            </a:r>
            <a:r>
              <a:rPr b="0" lang="en-US" sz="2400" spc="-6" strike="noStrike" u="none">
                <a:solidFill>
                  <a:schemeClr val="dk1"/>
                </a:solidFill>
                <a:uFillTx/>
                <a:latin typeface="Times New Roman"/>
              </a:rPr>
              <a:t>Introduction</a:t>
            </a:r>
            <a:endParaRPr b="0" lang="en-US" sz="2400" strike="noStrike" u="none">
              <a:solidFill>
                <a:srgbClr val="000000"/>
              </a:solidFill>
              <a:uFillTx/>
              <a:latin typeface="Noto Sans CJK SC"/>
            </a:endParaRPr>
          </a:p>
          <a:p>
            <a:pPr marL="12600" indent="-216000" defTabSz="457200">
              <a:lnSpc>
                <a:spcPct val="100000"/>
              </a:lnSpc>
              <a:spcBef>
                <a:spcPts val="1106"/>
              </a:spcBef>
              <a:buClr>
                <a:srgbClr val="0f0f0f"/>
              </a:buClr>
              <a:buFont typeface="Wingdings" charset="2"/>
              <a:buChar char=""/>
            </a:pPr>
            <a:r>
              <a:rPr b="0" lang="en-US" sz="2400" spc="-6" strike="noStrike" u="none">
                <a:solidFill>
                  <a:schemeClr val="dk1"/>
                </a:solidFill>
                <a:uFillTx/>
                <a:latin typeface="Times New Roman"/>
              </a:rPr>
              <a:t> </a:t>
            </a:r>
            <a:r>
              <a:rPr b="0" lang="en-US" sz="2400" spc="-6" strike="noStrike" u="none">
                <a:solidFill>
                  <a:schemeClr val="dk1"/>
                </a:solidFill>
                <a:uFillTx/>
                <a:latin typeface="Times New Roman"/>
              </a:rPr>
              <a:t>Problem Statement</a:t>
            </a:r>
            <a:endParaRPr b="0" lang="en-US" sz="2400" strike="noStrike" u="none">
              <a:solidFill>
                <a:srgbClr val="000000"/>
              </a:solidFill>
              <a:uFillTx/>
              <a:latin typeface="Noto Sans CJK SC"/>
            </a:endParaRPr>
          </a:p>
          <a:p>
            <a:pPr marL="12600" indent="-216000" defTabSz="457200">
              <a:lnSpc>
                <a:spcPct val="100000"/>
              </a:lnSpc>
              <a:spcBef>
                <a:spcPts val="1106"/>
              </a:spcBef>
              <a:buClr>
                <a:srgbClr val="0f0f0f"/>
              </a:buClr>
              <a:buFont typeface="Wingdings" charset="2"/>
              <a:buChar char=""/>
            </a:pPr>
            <a:r>
              <a:rPr b="0" lang="en-US" sz="2400" spc="-6" strike="noStrike" u="none">
                <a:solidFill>
                  <a:schemeClr val="dk1"/>
                </a:solidFill>
                <a:uFillTx/>
                <a:latin typeface="Times New Roman"/>
              </a:rPr>
              <a:t>  </a:t>
            </a:r>
            <a:r>
              <a:rPr b="0" lang="en-US" sz="2400" spc="-6" strike="noStrike" u="none">
                <a:solidFill>
                  <a:schemeClr val="dk1"/>
                </a:solidFill>
                <a:uFillTx/>
                <a:latin typeface="Times New Roman"/>
              </a:rPr>
              <a:t>Objectives</a:t>
            </a:r>
            <a:endParaRPr b="0" lang="en-US" sz="2400" strike="noStrike" u="none">
              <a:solidFill>
                <a:srgbClr val="000000"/>
              </a:solidFill>
              <a:uFillTx/>
              <a:latin typeface="Noto Sans CJK SC"/>
            </a:endParaRPr>
          </a:p>
          <a:p>
            <a:pPr marL="12600" indent="-216000" defTabSz="457200">
              <a:lnSpc>
                <a:spcPct val="100000"/>
              </a:lnSpc>
              <a:spcBef>
                <a:spcPts val="1106"/>
              </a:spcBef>
              <a:buClr>
                <a:srgbClr val="000000"/>
              </a:buClr>
              <a:buFont typeface="Wingdings" charset="2"/>
              <a:buChar char=""/>
            </a:pPr>
            <a:r>
              <a:rPr b="0" lang="en-US" sz="2400" spc="-6" strike="noStrike" u="none">
                <a:solidFill>
                  <a:schemeClr val="dk1"/>
                </a:solidFill>
                <a:uFillTx/>
                <a:latin typeface="Times New Roman"/>
              </a:rPr>
              <a:t> </a:t>
            </a:r>
            <a:r>
              <a:rPr b="0" lang="en-US" sz="2400" spc="-6" strike="noStrike" u="none">
                <a:solidFill>
                  <a:schemeClr val="dk1"/>
                </a:solidFill>
                <a:uFillTx/>
                <a:latin typeface="Times New Roman"/>
              </a:rPr>
              <a:t>Features</a:t>
            </a:r>
            <a:endParaRPr b="0" lang="en-US" sz="2400" strike="noStrike" u="none">
              <a:solidFill>
                <a:srgbClr val="000000"/>
              </a:solidFill>
              <a:uFillTx/>
              <a:latin typeface="Noto Sans CJK SC"/>
            </a:endParaRPr>
          </a:p>
          <a:p>
            <a:pPr marL="12600" indent="-216000" defTabSz="457200">
              <a:lnSpc>
                <a:spcPct val="100000"/>
              </a:lnSpc>
              <a:spcBef>
                <a:spcPts val="1106"/>
              </a:spcBef>
              <a:buClr>
                <a:srgbClr val="0f0f0f"/>
              </a:buClr>
              <a:buFont typeface="Wingdings" charset="2"/>
              <a:buChar char=""/>
            </a:pPr>
            <a:r>
              <a:rPr b="0" lang="en-US" sz="2400" spc="-6" strike="noStrike" u="none">
                <a:solidFill>
                  <a:schemeClr val="dk1"/>
                </a:solidFill>
                <a:uFillTx/>
                <a:latin typeface="Times New Roman"/>
              </a:rPr>
              <a:t> </a:t>
            </a:r>
            <a:r>
              <a:rPr b="0" lang="en-US" sz="2400" spc="-6" strike="noStrike" u="none">
                <a:solidFill>
                  <a:schemeClr val="dk1"/>
                </a:solidFill>
                <a:uFillTx/>
                <a:latin typeface="Times New Roman"/>
              </a:rPr>
              <a:t>Outcomes</a:t>
            </a:r>
            <a:endParaRPr b="0" lang="en-US" sz="2400" strike="noStrike" u="none">
              <a:solidFill>
                <a:srgbClr val="000000"/>
              </a:solidFill>
              <a:uFillTx/>
              <a:latin typeface="Noto Sans CJK SC"/>
            </a:endParaRPr>
          </a:p>
        </p:txBody>
      </p:sp>
      <p:sp>
        <p:nvSpPr>
          <p:cNvPr id="26" name="PlaceHolder 1"/>
          <p:cNvSpPr>
            <a:spLocks noGrp="1"/>
          </p:cNvSpPr>
          <p:nvPr>
            <p:ph type="title"/>
          </p:nvPr>
        </p:nvSpPr>
        <p:spPr>
          <a:xfrm>
            <a:off x="380880" y="228600"/>
            <a:ext cx="8915040" cy="463680"/>
          </a:xfrm>
          <a:prstGeom prst="rect">
            <a:avLst/>
          </a:prstGeom>
          <a:noFill/>
          <a:ln w="0">
            <a:solidFill>
              <a:schemeClr val="lt1"/>
            </a:solidFill>
          </a:ln>
        </p:spPr>
        <p:txBody>
          <a:bodyPr lIns="91440" rIns="91440" tIns="45720" bIns="45720" anchor="t">
            <a:normAutofit fontScale="90000"/>
          </a:bodyPr>
          <a:p>
            <a:pPr indent="0" algn="ctr" defTabSz="914400">
              <a:lnSpc>
                <a:spcPct val="90000"/>
              </a:lnSpc>
              <a:buNone/>
            </a:pPr>
            <a:r>
              <a:rPr b="1" lang="en-US" sz="3200" strike="noStrike" u="none" cap="all">
                <a:solidFill>
                  <a:schemeClr val="dk1"/>
                </a:solidFill>
                <a:uFillTx/>
                <a:latin typeface="Times New Roman"/>
              </a:rPr>
              <a:t>CONTENTS</a:t>
            </a:r>
            <a:endParaRPr b="0" lang="en-US" sz="3200" strike="noStrike" u="none">
              <a:solidFill>
                <a:schemeClr val="dk1"/>
              </a:solidFill>
              <a:uFillTx/>
              <a:latin typeface="Arial Nova Light"/>
            </a:endParaRPr>
          </a:p>
        </p:txBody>
      </p:sp>
      <p:sp>
        <p:nvSpPr>
          <p:cNvPr id="27" name="PlaceHolder 2"/>
          <p:cNvSpPr>
            <a:spLocks noGrp="1"/>
          </p:cNvSpPr>
          <p:nvPr>
            <p:ph type="sldNum" idx="7"/>
          </p:nvPr>
        </p:nvSpPr>
        <p:spPr>
          <a:xfrm>
            <a:off x="9072360" y="6426000"/>
            <a:ext cx="489600" cy="364680"/>
          </a:xfrm>
          <a:prstGeom prst="rect">
            <a:avLst/>
          </a:prstGeom>
          <a:noFill/>
          <a:ln w="0">
            <a:solidFill>
              <a:schemeClr val="accent1"/>
            </a:solid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fld id="{D7B40D57-EFC1-44A1-B97E-74655E228134}" type="slidenum">
              <a:rPr b="0" lang="en-US" sz="1300" strike="noStrike" u="none">
                <a:solidFill>
                  <a:schemeClr val="dk1">
                    <a:alpha val="60000"/>
                  </a:schemeClr>
                </a:solidFill>
                <a:uFillTx/>
                <a:latin typeface="Arial Nova Light"/>
              </a:rPr>
              <a:t>2</a:t>
            </a:fld>
            <a:endParaRPr b="0" lang="en-US" sz="13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380880" y="228600"/>
            <a:ext cx="8915040" cy="463680"/>
          </a:xfrm>
          <a:prstGeom prst="rect">
            <a:avLst/>
          </a:prstGeom>
          <a:noFill/>
          <a:ln w="0">
            <a:solidFill>
              <a:schemeClr val="lt1">
                <a:lumMod val="95000"/>
              </a:schemeClr>
            </a:solidFill>
          </a:ln>
        </p:spPr>
        <p:txBody>
          <a:bodyPr lIns="91440" rIns="91440" tIns="45720" bIns="45720" anchor="t">
            <a:normAutofit fontScale="90000"/>
          </a:bodyPr>
          <a:p>
            <a:pPr indent="0" algn="ctr" defTabSz="914400">
              <a:lnSpc>
                <a:spcPct val="90000"/>
              </a:lnSpc>
              <a:buNone/>
            </a:pPr>
            <a:r>
              <a:rPr b="1" lang="en-US" sz="3200" strike="noStrike" u="none" cap="all">
                <a:solidFill>
                  <a:schemeClr val="dk1"/>
                </a:solidFill>
                <a:uFillTx/>
                <a:latin typeface="Times New Roman"/>
              </a:rPr>
              <a:t>INTRODUCTION</a:t>
            </a:r>
            <a:endParaRPr b="0" lang="en-US" sz="3200" strike="noStrike" u="none">
              <a:solidFill>
                <a:schemeClr val="dk1"/>
              </a:solidFill>
              <a:uFillTx/>
              <a:latin typeface="Arial Nova Light"/>
            </a:endParaRPr>
          </a:p>
        </p:txBody>
      </p:sp>
      <p:sp>
        <p:nvSpPr>
          <p:cNvPr id="29" name="PlaceHolder 2"/>
          <p:cNvSpPr>
            <a:spLocks noGrp="1"/>
          </p:cNvSpPr>
          <p:nvPr>
            <p:ph type="sldNum" idx="8"/>
          </p:nvPr>
        </p:nvSpPr>
        <p:spPr>
          <a:xfrm>
            <a:off x="553680" y="787680"/>
            <a:ext cx="726480" cy="336600"/>
          </a:xfrm>
          <a:prstGeom prst="rect">
            <a:avLst/>
          </a:prstGeom>
          <a:noFill/>
          <a:ln w="0">
            <a:solidFill>
              <a:schemeClr val="accent1"/>
            </a:solid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fld id="{33C64F12-A739-4F9D-AFDE-830D773D3802}" type="slidenum">
              <a:rPr b="0" lang="en-US" sz="1300" strike="noStrike" u="none">
                <a:solidFill>
                  <a:schemeClr val="dk1">
                    <a:alpha val="60000"/>
                  </a:schemeClr>
                </a:solidFill>
                <a:uFillTx/>
                <a:latin typeface="Arial Nova Light"/>
              </a:rPr>
              <a:t>3</a:t>
            </a:fld>
            <a:endParaRPr b="0" lang="en-US" sz="1300" strike="noStrike" u="none">
              <a:solidFill>
                <a:srgbClr val="000000"/>
              </a:solidFill>
              <a:uFillTx/>
              <a:latin typeface="Noto Sans CJK SC"/>
            </a:endParaRPr>
          </a:p>
        </p:txBody>
      </p:sp>
      <p:pic>
        <p:nvPicPr>
          <p:cNvPr id="30" name="Picture 1" descr=""/>
          <p:cNvPicPr/>
          <p:nvPr/>
        </p:nvPicPr>
        <p:blipFill>
          <a:blip r:embed="rId1"/>
          <a:stretch/>
        </p:blipFill>
        <p:spPr>
          <a:xfrm>
            <a:off x="3173400" y="4093560"/>
            <a:ext cx="8628480" cy="4420440"/>
          </a:xfrm>
          <a:prstGeom prst="rect">
            <a:avLst/>
          </a:prstGeom>
          <a:noFill/>
          <a:ln w="0">
            <a:noFill/>
          </a:ln>
        </p:spPr>
      </p:pic>
      <p:sp>
        <p:nvSpPr>
          <p:cNvPr id="31" name="TextBox 5"/>
          <p:cNvSpPr/>
          <p:nvPr/>
        </p:nvSpPr>
        <p:spPr>
          <a:xfrm>
            <a:off x="560160" y="1123560"/>
            <a:ext cx="8623800" cy="5303160"/>
          </a:xfrm>
          <a:prstGeom prst="rect">
            <a:avLst/>
          </a:prstGeom>
          <a:noFill/>
          <a:ln w="0">
            <a:noFill/>
          </a:ln>
        </p:spPr>
        <p:style>
          <a:lnRef idx="0"/>
          <a:fillRef idx="0"/>
          <a:effectRef idx="0"/>
          <a:fontRef idx="minor"/>
        </p:style>
        <p:txBody>
          <a:bodyPr anchor="t">
            <a:spAutoFit/>
          </a:bodyPr>
          <a:p>
            <a:pPr defTabSz="457200">
              <a:lnSpc>
                <a:spcPct val="100000"/>
              </a:lnSpc>
            </a:pPr>
            <a:endParaRPr b="0" lang="en-US" sz="1800" strike="noStrike" u="none">
              <a:solidFill>
                <a:srgbClr val="000000"/>
              </a:solidFill>
              <a:uFillTx/>
              <a:latin typeface="Noto Sans CJK SC"/>
            </a:endParaRPr>
          </a:p>
          <a:p>
            <a:pPr marL="285840" indent="-285840" algn="just" defTabSz="457200">
              <a:lnSpc>
                <a:spcPct val="100000"/>
              </a:lnSpc>
              <a:buFont typeface="Courier New"/>
              <a:buChar char="o"/>
            </a:pPr>
            <a:r>
              <a:rPr b="1" lang="en-US" sz="1800" strike="noStrike" u="none">
                <a:solidFill>
                  <a:schemeClr val="dk1"/>
                </a:solidFill>
                <a:uFillTx/>
                <a:latin typeface="Arial Nova Light"/>
                <a:ea typeface="Arial Nova Light"/>
              </a:rPr>
              <a:t>Sentinel Soft Gripper</a:t>
            </a:r>
            <a:r>
              <a:rPr b="0" lang="en-US" sz="1800" strike="noStrike" u="none">
                <a:solidFill>
                  <a:schemeClr val="dk1"/>
                </a:solidFill>
                <a:uFillTx/>
                <a:latin typeface="Arial Nova Light"/>
                <a:ea typeface="Arial Nova Light"/>
              </a:rPr>
              <a:t> is an intelligent robotic gripper designed to </a:t>
            </a:r>
            <a:r>
              <a:rPr b="1" lang="en-US" sz="1800" strike="noStrike" u="none">
                <a:solidFill>
                  <a:schemeClr val="dk1"/>
                </a:solidFill>
                <a:uFillTx/>
                <a:latin typeface="Arial Nova Light"/>
                <a:ea typeface="Arial Nova Light"/>
              </a:rPr>
              <a:t>pick and hold objects safely</a:t>
            </a:r>
            <a:r>
              <a:rPr b="0" lang="en-US" sz="1800" strike="noStrike" u="none">
                <a:solidFill>
                  <a:schemeClr val="dk1"/>
                </a:solidFill>
                <a:uFillTx/>
                <a:latin typeface="Arial Nova Light"/>
                <a:ea typeface="Arial Nova Light"/>
              </a:rPr>
              <a:t>. </a:t>
            </a:r>
            <a:endParaRPr b="0" lang="en-US" sz="1800" strike="noStrike" u="none">
              <a:solidFill>
                <a:srgbClr val="000000"/>
              </a:solidFill>
              <a:uFillTx/>
              <a:latin typeface="Noto Sans CJK SC"/>
            </a:endParaRPr>
          </a:p>
          <a:p>
            <a:pPr marL="285840" indent="-285840" algn="just" defTabSz="457200">
              <a:lnSpc>
                <a:spcPct val="100000"/>
              </a:lnSpc>
              <a:buFont typeface="Courier New"/>
              <a:buChar char="o"/>
            </a:pPr>
            <a:r>
              <a:rPr b="0" lang="en-US" sz="1800" strike="noStrike" u="none">
                <a:solidFill>
                  <a:schemeClr val="dk1"/>
                </a:solidFill>
                <a:uFillTx/>
                <a:latin typeface="Arial Nova Light"/>
                <a:ea typeface="Arial Nova Light"/>
              </a:rPr>
              <a:t>It uses </a:t>
            </a:r>
            <a:r>
              <a:rPr b="1" lang="en-US" sz="1800" strike="noStrike" u="none">
                <a:solidFill>
                  <a:schemeClr val="dk1"/>
                </a:solidFill>
                <a:uFillTx/>
                <a:latin typeface="Arial Nova Light"/>
                <a:ea typeface="Arial Nova Light"/>
              </a:rPr>
              <a:t>soft and flexible fingers</a:t>
            </a:r>
            <a:r>
              <a:rPr b="0" lang="en-US" sz="1800" strike="noStrike" u="none">
                <a:solidFill>
                  <a:schemeClr val="dk1"/>
                </a:solidFill>
                <a:uFillTx/>
                <a:latin typeface="Arial Nova Light"/>
                <a:ea typeface="Arial Nova Light"/>
              </a:rPr>
              <a:t> that can easily adjust to the </a:t>
            </a:r>
            <a:r>
              <a:rPr b="1" lang="en-US" sz="1800" strike="noStrike" u="none">
                <a:solidFill>
                  <a:schemeClr val="dk1"/>
                </a:solidFill>
                <a:uFillTx/>
                <a:latin typeface="Arial Nova Light"/>
                <a:ea typeface="Arial Nova Light"/>
              </a:rPr>
              <a:t>shape and size of different objects</a:t>
            </a:r>
            <a:r>
              <a:rPr b="0" lang="en-US" sz="1800" strike="noStrike" u="none">
                <a:solidFill>
                  <a:schemeClr val="dk1"/>
                </a:solidFill>
                <a:uFillTx/>
                <a:latin typeface="Arial Nova Light"/>
                <a:ea typeface="Arial Nova Light"/>
              </a:rPr>
              <a:t>. </a:t>
            </a:r>
            <a:endParaRPr b="0" lang="en-US" sz="1800" strike="noStrike" u="none">
              <a:solidFill>
                <a:srgbClr val="000000"/>
              </a:solidFill>
              <a:uFillTx/>
              <a:latin typeface="Noto Sans CJK SC"/>
            </a:endParaRPr>
          </a:p>
          <a:p>
            <a:pPr marL="285840" indent="-285840" algn="just" defTabSz="457200">
              <a:lnSpc>
                <a:spcPct val="100000"/>
              </a:lnSpc>
              <a:buFont typeface="Courier New"/>
              <a:buChar char="o"/>
            </a:pPr>
            <a:r>
              <a:rPr b="0" lang="en-US" sz="1800" strike="noStrike" u="none">
                <a:solidFill>
                  <a:schemeClr val="dk1"/>
                </a:solidFill>
                <a:uFillTx/>
                <a:latin typeface="Arial Nova Light"/>
                <a:ea typeface="Arial Nova Light"/>
              </a:rPr>
              <a:t>The gripper has different </a:t>
            </a:r>
            <a:r>
              <a:rPr b="1" lang="en-US" sz="1800" strike="noStrike" u="none">
                <a:solidFill>
                  <a:schemeClr val="dk1"/>
                </a:solidFill>
                <a:uFillTx/>
                <a:latin typeface="Arial Nova Light"/>
                <a:ea typeface="Arial Nova Light"/>
              </a:rPr>
              <a:t>sensors</a:t>
            </a:r>
            <a:r>
              <a:rPr b="0" lang="en-US" sz="1800" strike="noStrike" u="none">
                <a:solidFill>
                  <a:schemeClr val="dk1"/>
                </a:solidFill>
                <a:uFillTx/>
                <a:latin typeface="Arial Nova Light"/>
                <a:ea typeface="Arial Nova Light"/>
              </a:rPr>
              <a:t> to check the finger movement, object contact, gripping force, and motor condition. </a:t>
            </a:r>
            <a:endParaRPr b="0" lang="en-US" sz="1800" strike="noStrike" u="none">
              <a:solidFill>
                <a:srgbClr val="000000"/>
              </a:solidFill>
              <a:uFillTx/>
              <a:latin typeface="Noto Sans CJK SC"/>
            </a:endParaRPr>
          </a:p>
          <a:p>
            <a:pPr marL="285840" indent="-285840" algn="just" defTabSz="457200">
              <a:lnSpc>
                <a:spcPct val="100000"/>
              </a:lnSpc>
              <a:buFont typeface="Courier New"/>
              <a:buChar char="o"/>
            </a:pPr>
            <a:r>
              <a:rPr b="0" lang="en-US" sz="1800" strike="noStrike" u="none">
                <a:solidFill>
                  <a:schemeClr val="dk1"/>
                </a:solidFill>
                <a:uFillTx/>
                <a:latin typeface="Arial Nova Light"/>
                <a:ea typeface="Arial Nova Light"/>
              </a:rPr>
              <a:t>The sensor data is continuously collected and processed by a </a:t>
            </a:r>
            <a:r>
              <a:rPr b="1" lang="en-US" sz="1800" strike="noStrike" u="none">
                <a:solidFill>
                  <a:schemeClr val="dk1"/>
                </a:solidFill>
                <a:uFillTx/>
                <a:latin typeface="Arial Nova Light"/>
                <a:ea typeface="Arial Nova Light"/>
              </a:rPr>
              <a:t>microcontroller such as ESP32</a:t>
            </a:r>
            <a:r>
              <a:rPr b="0" lang="en-US" sz="1800" strike="noStrike" u="none">
                <a:solidFill>
                  <a:schemeClr val="dk1"/>
                </a:solidFill>
                <a:uFillTx/>
                <a:latin typeface="Arial Nova Light"/>
                <a:ea typeface="Arial Nova Light"/>
              </a:rPr>
              <a:t>. </a:t>
            </a:r>
            <a:endParaRPr b="0" lang="en-US" sz="1800" strike="noStrike" u="none">
              <a:solidFill>
                <a:srgbClr val="000000"/>
              </a:solidFill>
              <a:uFillTx/>
              <a:latin typeface="Noto Sans CJK SC"/>
            </a:endParaRPr>
          </a:p>
          <a:p>
            <a:pPr marL="285840" indent="-285840" algn="just" defTabSz="457200">
              <a:lnSpc>
                <a:spcPct val="100000"/>
              </a:lnSpc>
              <a:buFont typeface="Courier New"/>
              <a:buChar char="o"/>
            </a:pPr>
            <a:r>
              <a:rPr b="0" lang="en-US" sz="1800" strike="noStrike" u="none">
                <a:solidFill>
                  <a:schemeClr val="dk1"/>
                </a:solidFill>
                <a:uFillTx/>
                <a:latin typeface="Arial Nova Light"/>
                <a:ea typeface="Arial Nova Light"/>
              </a:rPr>
              <a:t>The system checks the sensor readings to find out if any sensor is giving </a:t>
            </a:r>
            <a:r>
              <a:rPr b="1" lang="en-US" sz="1800" strike="noStrike" u="none">
                <a:solidFill>
                  <a:schemeClr val="dk1"/>
                </a:solidFill>
                <a:uFillTx/>
                <a:latin typeface="Arial Nova Light"/>
                <a:ea typeface="Arial Nova Light"/>
              </a:rPr>
              <a:t>wrong, missing, or unusual values</a:t>
            </a:r>
            <a:r>
              <a:rPr b="0" lang="en-US" sz="1800" strike="noStrike" u="none">
                <a:solidFill>
                  <a:schemeClr val="dk1"/>
                </a:solidFill>
                <a:uFillTx/>
                <a:latin typeface="Arial Nova Light"/>
                <a:ea typeface="Arial Nova Light"/>
              </a:rPr>
              <a:t>. </a:t>
            </a:r>
            <a:endParaRPr b="0" lang="en-US" sz="1800" strike="noStrike" u="none">
              <a:solidFill>
                <a:srgbClr val="000000"/>
              </a:solidFill>
              <a:uFillTx/>
              <a:latin typeface="Noto Sans CJK SC"/>
            </a:endParaRPr>
          </a:p>
          <a:p>
            <a:pPr marL="285840" indent="-285840" algn="just" defTabSz="457200">
              <a:lnSpc>
                <a:spcPct val="100000"/>
              </a:lnSpc>
              <a:buFont typeface="Courier New"/>
              <a:buChar char="o"/>
            </a:pPr>
            <a:r>
              <a:rPr b="0" lang="en-US" sz="1800" strike="noStrike" u="none">
                <a:solidFill>
                  <a:schemeClr val="dk1"/>
                </a:solidFill>
                <a:uFillTx/>
                <a:latin typeface="Arial Nova Light"/>
                <a:ea typeface="Arial Nova Light"/>
              </a:rPr>
              <a:t>If a sensor problem is detected, Sentinel uses the information from the </a:t>
            </a:r>
            <a:r>
              <a:rPr b="1" lang="en-US" sz="1800" strike="noStrike" u="none">
                <a:solidFill>
                  <a:schemeClr val="dk1"/>
                </a:solidFill>
                <a:uFillTx/>
                <a:latin typeface="Arial Nova Light"/>
                <a:ea typeface="Arial Nova Light"/>
              </a:rPr>
              <a:t>other sensors to identify which sensor is faulty</a:t>
            </a:r>
            <a:r>
              <a:rPr b="0" lang="en-US" sz="1800" strike="noStrike" u="none">
                <a:solidFill>
                  <a:schemeClr val="dk1"/>
                </a:solidFill>
                <a:uFillTx/>
                <a:latin typeface="Arial Nova Light"/>
                <a:ea typeface="Arial Nova Light"/>
              </a:rPr>
              <a:t>. </a:t>
            </a:r>
            <a:endParaRPr b="0" lang="en-US" sz="1800" strike="noStrike" u="none">
              <a:solidFill>
                <a:srgbClr val="000000"/>
              </a:solidFill>
              <a:uFillTx/>
              <a:latin typeface="Noto Sans CJK SC"/>
            </a:endParaRPr>
          </a:p>
          <a:p>
            <a:pPr marL="285840" indent="-285840" algn="just" defTabSz="457200">
              <a:lnSpc>
                <a:spcPct val="100000"/>
              </a:lnSpc>
              <a:buFont typeface="Courier New"/>
              <a:buChar char="o"/>
            </a:pPr>
            <a:r>
              <a:rPr b="0" lang="en-US" sz="1800" strike="noStrike" u="none">
                <a:solidFill>
                  <a:schemeClr val="dk1"/>
                </a:solidFill>
                <a:uFillTx/>
                <a:latin typeface="Arial Nova Light"/>
                <a:ea typeface="Arial Nova Light"/>
              </a:rPr>
              <a:t>The faulty sensor is then </a:t>
            </a:r>
            <a:r>
              <a:rPr b="1" lang="en-US" sz="1800" strike="noStrike" u="none">
                <a:solidFill>
                  <a:schemeClr val="dk1"/>
                </a:solidFill>
                <a:uFillTx/>
                <a:latin typeface="Arial Nova Light"/>
                <a:ea typeface="Arial Nova Light"/>
              </a:rPr>
              <a:t>ignored or isolated</a:t>
            </a:r>
            <a:r>
              <a:rPr b="0" lang="en-US" sz="1800" strike="noStrike" u="none">
                <a:solidFill>
                  <a:schemeClr val="dk1"/>
                </a:solidFill>
                <a:uFillTx/>
                <a:latin typeface="Arial Nova Light"/>
                <a:ea typeface="Arial Nova Light"/>
              </a:rPr>
              <a:t>, so its incorrect data does not affect the gripper. </a:t>
            </a:r>
            <a:endParaRPr b="0" lang="en-US" sz="1800" strike="noStrike" u="none">
              <a:solidFill>
                <a:srgbClr val="000000"/>
              </a:solidFill>
              <a:uFillTx/>
              <a:latin typeface="Noto Sans CJK SC"/>
            </a:endParaRPr>
          </a:p>
          <a:p>
            <a:pPr marL="285840" indent="-285840" algn="just" defTabSz="457200">
              <a:lnSpc>
                <a:spcPct val="100000"/>
              </a:lnSpc>
              <a:buFont typeface="Courier New"/>
              <a:buChar char="o"/>
            </a:pPr>
            <a:r>
              <a:rPr b="0" lang="en-US" sz="1800" strike="noStrike" u="none">
                <a:solidFill>
                  <a:schemeClr val="dk1"/>
                </a:solidFill>
                <a:uFillTx/>
                <a:latin typeface="Arial Nova Light"/>
                <a:ea typeface="Arial Nova Light"/>
              </a:rPr>
              <a:t>This makes the gripper </a:t>
            </a:r>
            <a:r>
              <a:rPr b="1" lang="en-US" sz="1800" strike="noStrike" u="none">
                <a:solidFill>
                  <a:schemeClr val="dk1"/>
                </a:solidFill>
                <a:uFillTx/>
                <a:latin typeface="Arial Nova Light"/>
                <a:ea typeface="Arial Nova Light"/>
              </a:rPr>
              <a:t>safer, more reliable, and capable of continuing its operation even when a sensor fails</a:t>
            </a:r>
            <a:r>
              <a:rPr b="0" lang="en-US" sz="1800" strike="noStrike" u="none">
                <a:solidFill>
                  <a:schemeClr val="dk1"/>
                </a:solidFill>
                <a:uFillTx/>
                <a:latin typeface="Arial Nova Light"/>
                <a:ea typeface="Arial Nova Light"/>
              </a:rPr>
              <a:t>.</a:t>
            </a:r>
            <a:endParaRPr b="0" lang="en-US" sz="1800" strike="noStrike" u="none">
              <a:solidFill>
                <a:srgbClr val="000000"/>
              </a:solidFill>
              <a:uFillTx/>
              <a:latin typeface="Noto Sans CJK SC"/>
            </a:endParaRPr>
          </a:p>
          <a:p>
            <a:pPr defTabSz="457200">
              <a:lnSpc>
                <a:spcPct val="100000"/>
              </a:lnSpc>
            </a:pPr>
            <a:endParaRPr b="0" lang="en-US" sz="1800" strike="noStrike" u="none">
              <a:solidFill>
                <a:srgbClr val="000000"/>
              </a:solidFill>
              <a:uFillTx/>
              <a:latin typeface="Noto Sans CJK SC"/>
            </a:endParaRPr>
          </a:p>
          <a:p>
            <a:pPr defTabSz="457200">
              <a:lnSpc>
                <a:spcPct val="100000"/>
              </a:lnSpc>
            </a:pPr>
            <a:endParaRPr b="0" lang="en-US" sz="1800" strike="noStrike" u="none">
              <a:solidFill>
                <a:srgbClr val="000000"/>
              </a:solidFill>
              <a:uFillTx/>
              <a:latin typeface="Noto Sans CJK SC"/>
            </a:endParaRPr>
          </a:p>
        </p:txBody>
      </p:sp>
      <mc:AlternateContent xmlns:mc="http://schemas.openxmlformats.org/markup-compatibility/2006">
        <mc:Choice xmlns:p14="http://schemas.microsoft.com/office/powerpoint/2010/main" Requires="p14">
          <p:contentPart p14:bwMode="auto" r:id="rId2">
            <p14:xfrm>
              <a:off x="6793920" y="439920"/>
              <a:ext cx="13680" cy="13680"/>
            </p14:xfrm>
          </p:contentPart>
        </mc:Choice>
      </mc:AlternateContent>
      <mc:AlternateContent xmlns:mc="http://schemas.openxmlformats.org/markup-compatibility/2006">
        <mc:Choice xmlns:p14="http://schemas.microsoft.com/office/powerpoint/2010/main" Requires="p14">
          <p:contentPart p14:bwMode="auto" r:id="rId3">
            <p14:xfrm>
              <a:off x="5391360" y="350640"/>
              <a:ext cx="13680" cy="13680"/>
            </p14:xfrm>
          </p:contentPart>
        </mc:Choice>
      </mc:AlternateContent>
      <mc:AlternateContent xmlns:mc="http://schemas.openxmlformats.org/markup-compatibility/2006">
        <mc:Choice xmlns:p14="http://schemas.microsoft.com/office/powerpoint/2010/main" Requires="p14">
          <p:contentPart p14:bwMode="auto" r:id="rId4">
            <p14:xfrm>
              <a:off x="4489560" y="562320"/>
              <a:ext cx="13680" cy="13680"/>
            </p14:xfrm>
          </p:contentPart>
        </mc:Choice>
      </mc:AlternateContent>
      <mc:AlternateContent xmlns:mc="http://schemas.openxmlformats.org/markup-compatibility/2006">
        <mc:Choice xmlns:p14="http://schemas.microsoft.com/office/powerpoint/2010/main" Requires="p14">
          <p:contentPart p14:bwMode="auto" r:id="rId5">
            <p14:xfrm>
              <a:off x="4578480" y="640080"/>
              <a:ext cx="13680" cy="13680"/>
            </p14:xfrm>
          </p:contentPart>
        </mc:Choice>
      </mc:AlternateContent>
      <mc:AlternateContent xmlns:mc="http://schemas.openxmlformats.org/markup-compatibility/2006">
        <mc:Choice xmlns:p14="http://schemas.microsoft.com/office/powerpoint/2010/main" Requires="p14">
          <p:contentPart p14:bwMode="auto" r:id="rId6">
            <p14:xfrm>
              <a:off x="2207160" y="3300840"/>
              <a:ext cx="13680" cy="13680"/>
            </p14:xfrm>
          </p:contentPart>
        </mc:Choice>
      </mc:AlternateContent>
      <mc:AlternateContent xmlns:mc="http://schemas.openxmlformats.org/markup-compatibility/2006">
        <mc:Choice xmlns:p14="http://schemas.microsoft.com/office/powerpoint/2010/main" Requires="p14">
          <p:contentPart p14:bwMode="auto" r:id="rId7">
            <p14:xfrm>
              <a:off x="7484400" y="2566080"/>
              <a:ext cx="13680" cy="13680"/>
            </p14:xfrm>
          </p:contentPart>
        </mc:Choice>
      </mc:AlternateContent>
      <mc:AlternateContent xmlns:mc="http://schemas.openxmlformats.org/markup-compatibility/2006">
        <mc:Choice xmlns:p14="http://schemas.microsoft.com/office/powerpoint/2010/main" Requires="p14">
          <p:contentPart p14:bwMode="auto" r:id="rId8">
            <p14:xfrm>
              <a:off x="3810240" y="3634920"/>
              <a:ext cx="13680" cy="13680"/>
            </p14:xfrm>
          </p:contentPart>
        </mc:Choice>
      </mc:AlternateContent>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380880" y="228600"/>
            <a:ext cx="8915040" cy="463680"/>
          </a:xfrm>
          <a:prstGeom prst="rect">
            <a:avLst/>
          </a:prstGeom>
          <a:noFill/>
          <a:ln w="0">
            <a:solidFill>
              <a:schemeClr val="lt1"/>
            </a:solidFill>
          </a:ln>
        </p:spPr>
        <p:txBody>
          <a:bodyPr lIns="91440" rIns="91440" tIns="45720" bIns="45720" anchor="t">
            <a:normAutofit fontScale="90000"/>
          </a:bodyPr>
          <a:p>
            <a:pPr indent="0" algn="ctr" defTabSz="914400">
              <a:lnSpc>
                <a:spcPct val="90000"/>
              </a:lnSpc>
              <a:buNone/>
            </a:pPr>
            <a:r>
              <a:rPr b="1" lang="en-US" sz="3200" strike="noStrike" u="none" cap="all">
                <a:solidFill>
                  <a:schemeClr val="dk1"/>
                </a:solidFill>
                <a:uFillTx/>
                <a:latin typeface="Times New Roman"/>
              </a:rPr>
              <a:t>PROBLEM STATEMENT</a:t>
            </a:r>
            <a:endParaRPr b="0" lang="en-US" sz="3200" strike="noStrike" u="none">
              <a:solidFill>
                <a:schemeClr val="dk1"/>
              </a:solidFill>
              <a:uFillTx/>
              <a:latin typeface="Arial Nova Light"/>
            </a:endParaRPr>
          </a:p>
        </p:txBody>
      </p:sp>
      <p:sp>
        <p:nvSpPr>
          <p:cNvPr id="33" name="PlaceHolder 2"/>
          <p:cNvSpPr>
            <a:spLocks noGrp="1"/>
          </p:cNvSpPr>
          <p:nvPr>
            <p:ph type="sldNum" idx="9"/>
          </p:nvPr>
        </p:nvSpPr>
        <p:spPr>
          <a:xfrm>
            <a:off x="9072360" y="6426000"/>
            <a:ext cx="489600" cy="364680"/>
          </a:xfrm>
          <a:prstGeom prst="rect">
            <a:avLst/>
          </a:prstGeom>
          <a:noFill/>
          <a:ln w="0">
            <a:solidFill>
              <a:schemeClr val="accent1"/>
            </a:solid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fld id="{6514CAAE-85D7-4D13-A078-979E2711C1B0}" type="slidenum">
              <a:rPr b="0" lang="en-US" sz="1300" strike="noStrike" u="none">
                <a:solidFill>
                  <a:schemeClr val="dk1">
                    <a:alpha val="60000"/>
                  </a:schemeClr>
                </a:solidFill>
                <a:uFillTx/>
                <a:latin typeface="Arial Nova Light"/>
              </a:rPr>
              <a:t>&lt;number&gt;</a:t>
            </a:fld>
            <a:endParaRPr b="0" lang="en-US" sz="1300" strike="noStrike" u="none">
              <a:solidFill>
                <a:srgbClr val="000000"/>
              </a:solidFill>
              <a:uFillTx/>
              <a:latin typeface="Noto Sans CJK SC"/>
            </a:endParaRPr>
          </a:p>
        </p:txBody>
      </p:sp>
      <p:pic>
        <p:nvPicPr>
          <p:cNvPr id="34" name="Picture 1" descr=""/>
          <p:cNvPicPr/>
          <p:nvPr/>
        </p:nvPicPr>
        <p:blipFill>
          <a:blip r:embed="rId1"/>
          <a:stretch/>
        </p:blipFill>
        <p:spPr>
          <a:xfrm>
            <a:off x="572760" y="1066680"/>
            <a:ext cx="8760240" cy="4724280"/>
          </a:xfrm>
          <a:prstGeom prst="rect">
            <a:avLst/>
          </a:prstGeom>
          <a:noFill/>
          <a:ln w="0">
            <a:noFill/>
          </a:ln>
        </p:spPr>
      </p:pic>
      <p:sp>
        <p:nvSpPr>
          <p:cNvPr id="35" name="TextBox 5"/>
          <p:cNvSpPr/>
          <p:nvPr/>
        </p:nvSpPr>
        <p:spPr>
          <a:xfrm>
            <a:off x="848520" y="1464480"/>
            <a:ext cx="8346240" cy="4754520"/>
          </a:xfrm>
          <a:prstGeom prst="rect">
            <a:avLst/>
          </a:prstGeom>
          <a:noFill/>
          <a:ln w="0">
            <a:noFill/>
          </a:ln>
        </p:spPr>
        <p:style>
          <a:lnRef idx="0"/>
          <a:fillRef idx="0"/>
          <a:effectRef idx="0"/>
          <a:fontRef idx="minor"/>
        </p:style>
        <p:txBody>
          <a:bodyPr anchor="t">
            <a:spAutoFit/>
          </a:bodyPr>
          <a:p>
            <a:pPr marL="343080" indent="-343080" algn="just" defTabSz="457200">
              <a:lnSpc>
                <a:spcPct val="100000"/>
              </a:lnSpc>
              <a:buFont typeface="Courier New"/>
              <a:buChar char="o"/>
            </a:pPr>
            <a:r>
              <a:rPr b="0" lang="en-US" sz="1800" strike="noStrike" u="none">
                <a:solidFill>
                  <a:schemeClr val="dk1"/>
                </a:solidFill>
                <a:uFillTx/>
                <a:latin typeface="Arial Nova Light"/>
              </a:rPr>
              <a:t>Conventional robotic grippers rely on sensors for information about </a:t>
            </a:r>
            <a:r>
              <a:rPr b="1" lang="en-US" sz="1800" strike="noStrike" u="none">
                <a:solidFill>
                  <a:schemeClr val="dk1"/>
                </a:solidFill>
                <a:uFillTx/>
                <a:latin typeface="Arial Nova Light"/>
              </a:rPr>
              <a:t>position, contact, force and actuator condition</a:t>
            </a:r>
            <a:r>
              <a:rPr b="0" lang="en-US" sz="1800" strike="noStrike" u="none">
                <a:solidFill>
                  <a:schemeClr val="dk1"/>
                </a:solidFill>
                <a:uFillTx/>
                <a:latin typeface="Arial Nova Light"/>
              </a:rPr>
              <a:t>. </a:t>
            </a:r>
            <a:endParaRPr b="0" lang="en-US" sz="1800" strike="noStrike" u="none">
              <a:solidFill>
                <a:srgbClr val="000000"/>
              </a:solidFill>
              <a:uFillTx/>
              <a:latin typeface="Noto Sans CJK SC"/>
            </a:endParaRPr>
          </a:p>
          <a:p>
            <a:pPr marL="343080" indent="-343080" algn="just" defTabSz="457200">
              <a:lnSpc>
                <a:spcPct val="100000"/>
              </a:lnSpc>
              <a:buFont typeface="Courier New"/>
              <a:buChar char="o"/>
            </a:pPr>
            <a:r>
              <a:rPr b="0" lang="en-US" sz="1800" strike="noStrike" u="none">
                <a:solidFill>
                  <a:schemeClr val="dk1"/>
                </a:solidFill>
                <a:uFillTx/>
                <a:latin typeface="Arial Nova Light"/>
              </a:rPr>
              <a:t>A sensor may become faulty because of </a:t>
            </a:r>
            <a:r>
              <a:rPr b="1" lang="en-US" sz="1800" strike="noStrike" u="none">
                <a:solidFill>
                  <a:schemeClr val="dk1"/>
                </a:solidFill>
                <a:uFillTx/>
                <a:latin typeface="Arial Nova Light"/>
              </a:rPr>
              <a:t>disconnection, damage, calibration error, noise, drift or environmental conditions</a:t>
            </a:r>
            <a:r>
              <a:rPr b="0" lang="en-US" sz="1800" strike="noStrike" u="none">
                <a:solidFill>
                  <a:schemeClr val="dk1"/>
                </a:solidFill>
                <a:uFillTx/>
                <a:latin typeface="Arial Nova Light"/>
              </a:rPr>
              <a:t>. </a:t>
            </a:r>
            <a:endParaRPr b="0" lang="en-US" sz="1800" strike="noStrike" u="none">
              <a:solidFill>
                <a:srgbClr val="000000"/>
              </a:solidFill>
              <a:uFillTx/>
              <a:latin typeface="Noto Sans CJK SC"/>
            </a:endParaRPr>
          </a:p>
          <a:p>
            <a:pPr marL="343080" indent="-343080" algn="just" defTabSz="457200">
              <a:lnSpc>
                <a:spcPct val="100000"/>
              </a:lnSpc>
              <a:buFont typeface="Courier New"/>
              <a:buChar char="o"/>
            </a:pPr>
            <a:r>
              <a:rPr b="0" lang="en-US" sz="1800" strike="noStrike" u="none">
                <a:solidFill>
                  <a:schemeClr val="dk1"/>
                </a:solidFill>
                <a:uFillTx/>
                <a:latin typeface="Arial Nova Light"/>
              </a:rPr>
              <a:t>An incorrect sensor value can cause the controller to make an </a:t>
            </a:r>
            <a:r>
              <a:rPr b="1" lang="en-US" sz="1800" strike="noStrike" u="none">
                <a:solidFill>
                  <a:schemeClr val="dk1"/>
                </a:solidFill>
                <a:uFillTx/>
                <a:latin typeface="Arial Nova Light"/>
              </a:rPr>
              <a:t>incorrect gripping decision</a:t>
            </a:r>
            <a:r>
              <a:rPr b="0" lang="en-US" sz="1800" strike="noStrike" u="none">
                <a:solidFill>
                  <a:schemeClr val="dk1"/>
                </a:solidFill>
                <a:uFillTx/>
                <a:latin typeface="Arial Nova Light"/>
              </a:rPr>
              <a:t>. </a:t>
            </a:r>
            <a:endParaRPr b="0" lang="en-US" sz="1800" strike="noStrike" u="none">
              <a:solidFill>
                <a:srgbClr val="000000"/>
              </a:solidFill>
              <a:uFillTx/>
              <a:latin typeface="Noto Sans CJK SC"/>
            </a:endParaRPr>
          </a:p>
          <a:p>
            <a:pPr marL="343080" indent="-343080" algn="just" defTabSz="457200">
              <a:lnSpc>
                <a:spcPct val="100000"/>
              </a:lnSpc>
              <a:buFont typeface="Courier New"/>
              <a:buChar char="o"/>
            </a:pPr>
            <a:r>
              <a:rPr b="0" lang="en-US" sz="1800" strike="noStrike" u="none">
                <a:solidFill>
                  <a:schemeClr val="dk1"/>
                </a:solidFill>
                <a:uFillTx/>
                <a:latin typeface="Arial Nova Light"/>
              </a:rPr>
              <a:t>Excessive gripping force can damage fragile objects, while insufficient force can cause the object to </a:t>
            </a:r>
            <a:r>
              <a:rPr b="1" lang="en-US" sz="1800" strike="noStrike" u="none">
                <a:solidFill>
                  <a:schemeClr val="dk1"/>
                </a:solidFill>
                <a:uFillTx/>
                <a:latin typeface="Arial Nova Light"/>
              </a:rPr>
              <a:t>slip or fall</a:t>
            </a:r>
            <a:r>
              <a:rPr b="0" lang="en-US" sz="1800" strike="noStrike" u="none">
                <a:solidFill>
                  <a:schemeClr val="dk1"/>
                </a:solidFill>
                <a:uFillTx/>
                <a:latin typeface="Arial Nova Light"/>
              </a:rPr>
              <a:t>. </a:t>
            </a:r>
            <a:endParaRPr b="0" lang="en-US" sz="1800" strike="noStrike" u="none">
              <a:solidFill>
                <a:srgbClr val="000000"/>
              </a:solidFill>
              <a:uFillTx/>
              <a:latin typeface="Noto Sans CJK SC"/>
            </a:endParaRPr>
          </a:p>
          <a:p>
            <a:pPr marL="343080" indent="-343080" algn="just" defTabSz="457200">
              <a:lnSpc>
                <a:spcPct val="100000"/>
              </a:lnSpc>
              <a:buFont typeface="Courier New"/>
              <a:buChar char="o"/>
            </a:pPr>
            <a:r>
              <a:rPr b="0" lang="en-US" sz="1800" strike="noStrike" u="none">
                <a:solidFill>
                  <a:schemeClr val="dk1"/>
                </a:solidFill>
                <a:uFillTx/>
                <a:latin typeface="Arial Nova Light"/>
              </a:rPr>
              <a:t>A single faulty sensor can reduce the reliability of the complete gripping system. </a:t>
            </a:r>
            <a:endParaRPr b="0" lang="en-US" sz="1800" strike="noStrike" u="none">
              <a:solidFill>
                <a:srgbClr val="000000"/>
              </a:solidFill>
              <a:uFillTx/>
              <a:latin typeface="Noto Sans CJK SC"/>
            </a:endParaRPr>
          </a:p>
          <a:p>
            <a:pPr marL="343080" indent="-343080" algn="just" defTabSz="457200">
              <a:lnSpc>
                <a:spcPct val="100000"/>
              </a:lnSpc>
              <a:buFont typeface="Courier New"/>
              <a:buChar char="o"/>
            </a:pPr>
            <a:r>
              <a:rPr b="0" lang="en-US" sz="1800" strike="noStrike" u="none">
                <a:solidFill>
                  <a:schemeClr val="dk1"/>
                </a:solidFill>
                <a:uFillTx/>
                <a:latin typeface="Arial Nova Light"/>
              </a:rPr>
              <a:t>Conventional systems may respond to sensor failure by </a:t>
            </a:r>
            <a:r>
              <a:rPr b="1" lang="en-US" sz="1800" strike="noStrike" u="none">
                <a:solidFill>
                  <a:schemeClr val="dk1"/>
                </a:solidFill>
                <a:uFillTx/>
                <a:latin typeface="Arial Nova Light"/>
              </a:rPr>
              <a:t>stopping operation or generating a fault condition</a:t>
            </a:r>
            <a:r>
              <a:rPr b="0" lang="en-US" sz="1800" strike="noStrike" u="none">
                <a:solidFill>
                  <a:schemeClr val="dk1"/>
                </a:solidFill>
                <a:uFillTx/>
                <a:latin typeface="Arial Nova Light"/>
              </a:rPr>
              <a:t>. </a:t>
            </a:r>
            <a:endParaRPr b="0" lang="en-US" sz="1800" strike="noStrike" u="none">
              <a:solidFill>
                <a:srgbClr val="000000"/>
              </a:solidFill>
              <a:uFillTx/>
              <a:latin typeface="Noto Sans CJK SC"/>
            </a:endParaRPr>
          </a:p>
          <a:p>
            <a:pPr marL="343080" indent="-343080" algn="just" defTabSz="457200">
              <a:lnSpc>
                <a:spcPct val="100000"/>
              </a:lnSpc>
              <a:buFont typeface="Courier New"/>
              <a:buChar char="o"/>
            </a:pPr>
            <a:r>
              <a:rPr b="0" lang="en-US" sz="1800" strike="noStrike" u="none">
                <a:solidFill>
                  <a:schemeClr val="dk1"/>
                </a:solidFill>
                <a:uFillTx/>
                <a:latin typeface="Arial Nova Light"/>
              </a:rPr>
              <a:t>However, the remaining healthy sensors may still contain sufficient information about the gripper's state. </a:t>
            </a:r>
            <a:endParaRPr b="0" lang="en-US" sz="1800" strike="noStrike" u="none">
              <a:solidFill>
                <a:srgbClr val="000000"/>
              </a:solidFill>
              <a:uFillTx/>
              <a:latin typeface="Noto Sans CJK SC"/>
            </a:endParaRPr>
          </a:p>
          <a:p>
            <a:pPr marL="343080" indent="-343080" algn="just" defTabSz="457200">
              <a:lnSpc>
                <a:spcPct val="100000"/>
              </a:lnSpc>
              <a:buFont typeface="Courier New"/>
              <a:buChar char="o"/>
            </a:pPr>
            <a:r>
              <a:rPr b="0" lang="en-US" sz="1800" strike="noStrike" u="none">
                <a:solidFill>
                  <a:schemeClr val="dk1"/>
                </a:solidFill>
                <a:uFillTx/>
                <a:latin typeface="Arial Nova Light"/>
              </a:rPr>
              <a:t>Therefore, simply shutting down the gripper after a sensor failure can result in </a:t>
            </a:r>
            <a:r>
              <a:rPr b="1" lang="en-US" sz="1800" strike="noStrike" u="none">
                <a:solidFill>
                  <a:schemeClr val="dk1"/>
                </a:solidFill>
                <a:uFillTx/>
                <a:latin typeface="Arial Nova Light"/>
              </a:rPr>
              <a:t>unnecessary downtime and reduced productivity</a:t>
            </a:r>
            <a:r>
              <a:rPr b="0" lang="en-US" sz="1800" strike="noStrike" u="none">
                <a:solidFill>
                  <a:schemeClr val="dk1"/>
                </a:solidFill>
                <a:uFillTx/>
                <a:latin typeface="Arial Nova Light"/>
              </a:rPr>
              <a:t>. </a:t>
            </a:r>
            <a:endParaRPr b="0" lang="en-US" sz="1800" strike="noStrike" u="none">
              <a:solidFill>
                <a:srgbClr val="000000"/>
              </a:solidFill>
              <a:uFillTx/>
              <a:latin typeface="Noto Sans CJK SC"/>
            </a:endParaRPr>
          </a:p>
          <a:p>
            <a:pPr algn="just" defTabSz="457200">
              <a:lnSpc>
                <a:spcPct val="100000"/>
              </a:lnSpc>
            </a:pPr>
            <a:endParaRPr b="0" lang="en-US" sz="1800" strike="noStrike" u="none">
              <a:solidFill>
                <a:srgbClr val="000000"/>
              </a:solidFill>
              <a:uFillTx/>
              <a:latin typeface="Noto Sans CJK SC"/>
            </a:endParaRPr>
          </a:p>
        </p:txBody>
      </p:sp>
      <mc:AlternateContent xmlns:mc="http://schemas.openxmlformats.org/markup-compatibility/2006">
        <mc:Choice xmlns:p14="http://schemas.microsoft.com/office/powerpoint/2010/main" Requires="p14">
          <p:contentPart p14:bwMode="auto" r:id="rId2">
            <p14:xfrm>
              <a:off x="20880" y="6621480"/>
              <a:ext cx="719280" cy="176040"/>
            </p14:xfrm>
          </p:contentPart>
        </mc:Choice>
      </mc:AlternateContent>
      <mc:AlternateContent xmlns:mc="http://schemas.openxmlformats.org/markup-compatibility/2006">
        <mc:Choice xmlns:p14="http://schemas.microsoft.com/office/powerpoint/2010/main" Requires="p14">
          <p:contentPart p14:bwMode="auto" r:id="rId3">
            <p14:xfrm>
              <a:off x="993600" y="6718680"/>
              <a:ext cx="13680" cy="13680"/>
            </p14:xfrm>
          </p:contentPart>
        </mc:Choice>
      </mc:AlternateContent>
      <mc:AlternateContent xmlns:mc="http://schemas.openxmlformats.org/markup-compatibility/2006">
        <mc:Choice xmlns:p14="http://schemas.microsoft.com/office/powerpoint/2010/main" Requires="p14">
          <p:contentPart p14:bwMode="auto" r:id="rId4">
            <p14:xfrm>
              <a:off x="51480" y="6672960"/>
              <a:ext cx="997920" cy="161640"/>
            </p14:xfrm>
          </p:contentPart>
        </mc:Choice>
      </mc:AlternateContent>
      <mc:AlternateContent xmlns:mc="http://schemas.openxmlformats.org/markup-compatibility/2006">
        <mc:Choice xmlns:p14="http://schemas.microsoft.com/office/powerpoint/2010/main" Requires="p14">
          <p:contentPart p14:bwMode="auto" r:id="rId5">
            <p14:xfrm>
              <a:off x="376200" y="6741360"/>
              <a:ext cx="666000" cy="67320"/>
            </p14:xfrm>
          </p:contentPart>
        </mc:Choice>
      </mc:AlternateContent>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1640520" y="624240"/>
            <a:ext cx="7604640" cy="1280520"/>
          </a:xfrm>
          <a:prstGeom prst="rect">
            <a:avLst/>
          </a:prstGeom>
          <a:noFill/>
          <a:ln w="0">
            <a:solidFill>
              <a:schemeClr val="lt1"/>
            </a:solidFill>
          </a:ln>
        </p:spPr>
        <p:txBody>
          <a:bodyPr lIns="91440" rIns="91440" tIns="45720" bIns="45720" anchor="t">
            <a:normAutofit/>
          </a:bodyPr>
          <a:p>
            <a:pPr indent="0" algn="ctr" defTabSz="914400">
              <a:lnSpc>
                <a:spcPct val="90000"/>
              </a:lnSpc>
              <a:buNone/>
            </a:pPr>
            <a:r>
              <a:rPr b="1" lang="en-US" sz="3200" strike="noStrike" u="none" cap="all">
                <a:solidFill>
                  <a:schemeClr val="dk1"/>
                </a:solidFill>
                <a:uFillTx/>
                <a:latin typeface="Times New Roman"/>
              </a:rPr>
              <a:t>OBJECTIVES</a:t>
            </a:r>
            <a:endParaRPr b="0" lang="en-US" sz="3200" strike="noStrike" u="none">
              <a:solidFill>
                <a:schemeClr val="dk1"/>
              </a:solidFill>
              <a:uFillTx/>
              <a:latin typeface="Arial Nova Light"/>
            </a:endParaRPr>
          </a:p>
        </p:txBody>
      </p:sp>
      <p:sp>
        <p:nvSpPr>
          <p:cNvPr id="37" name="PlaceHolder 2"/>
          <p:cNvSpPr>
            <a:spLocks noGrp="1"/>
          </p:cNvSpPr>
          <p:nvPr>
            <p:ph/>
          </p:nvPr>
        </p:nvSpPr>
        <p:spPr>
          <a:xfrm>
            <a:off x="648000" y="1587240"/>
            <a:ext cx="8608320" cy="4078440"/>
          </a:xfrm>
          <a:prstGeom prst="rect">
            <a:avLst/>
          </a:prstGeom>
          <a:noFill/>
          <a:ln w="0">
            <a:solidFill>
              <a:schemeClr val="lt1"/>
            </a:solidFill>
          </a:ln>
        </p:spPr>
        <p:txBody>
          <a:bodyPr lIns="91440" rIns="91440" tIns="45720" bIns="45720" anchor="t">
            <a:noAutofit/>
          </a:bodyPr>
          <a:p>
            <a:pPr marL="228600" indent="-228600" algn="just" defTabSz="914400">
              <a:lnSpc>
                <a:spcPct val="120000"/>
              </a:lnSpc>
              <a:spcBef>
                <a:spcPts val="1001"/>
              </a:spcBef>
              <a:buFont typeface="Arial"/>
              <a:buChar char="•"/>
            </a:pPr>
            <a:r>
              <a:rPr b="0" lang="en-US" sz="2400" strike="noStrike" u="none">
                <a:solidFill>
                  <a:schemeClr val="dk1"/>
                </a:solidFill>
                <a:uFillTx/>
                <a:latin typeface="Arial Nova Light"/>
              </a:rPr>
              <a:t>To design and develop a </a:t>
            </a:r>
            <a:r>
              <a:rPr b="1" lang="en-US" sz="2400" strike="noStrike" u="none">
                <a:solidFill>
                  <a:schemeClr val="dk1"/>
                </a:solidFill>
                <a:uFillTx/>
                <a:latin typeface="Arial Nova Light"/>
              </a:rPr>
              <a:t>soft robotic gripper</a:t>
            </a:r>
            <a:r>
              <a:rPr b="0" lang="en-US" sz="2400" strike="noStrike" u="none">
                <a:solidFill>
                  <a:schemeClr val="dk1"/>
                </a:solidFill>
                <a:uFillTx/>
                <a:latin typeface="Arial Nova Light"/>
              </a:rPr>
              <a:t> for adaptive object handling. </a:t>
            </a:r>
            <a:endParaRPr b="0" lang="en-US" sz="2400" strike="noStrike" u="none">
              <a:solidFill>
                <a:schemeClr val="dk1"/>
              </a:solidFill>
              <a:uFillTx/>
              <a:latin typeface="Arial Nova Light"/>
            </a:endParaRPr>
          </a:p>
          <a:p>
            <a:pPr marL="228600" indent="-228600" algn="just" defTabSz="914400">
              <a:lnSpc>
                <a:spcPct val="120000"/>
              </a:lnSpc>
              <a:spcBef>
                <a:spcPts val="1001"/>
              </a:spcBef>
              <a:buFont typeface="Arial"/>
              <a:buChar char="•"/>
            </a:pPr>
            <a:r>
              <a:rPr b="0" lang="en-US" sz="2400" strike="noStrike" u="none">
                <a:solidFill>
                  <a:schemeClr val="dk1"/>
                </a:solidFill>
                <a:uFillTx/>
                <a:latin typeface="Arial Nova Light"/>
              </a:rPr>
              <a:t>To integrate multiple sensors for </a:t>
            </a:r>
            <a:r>
              <a:rPr b="1" lang="en-US" sz="2400" strike="noStrike" u="none">
                <a:solidFill>
                  <a:schemeClr val="dk1"/>
                </a:solidFill>
                <a:uFillTx/>
                <a:latin typeface="Arial Nova Light"/>
              </a:rPr>
              <a:t>real-time monitoring of gripping conditions</a:t>
            </a:r>
            <a:r>
              <a:rPr b="0" lang="en-US" sz="2400" strike="noStrike" u="none">
                <a:solidFill>
                  <a:schemeClr val="dk1"/>
                </a:solidFill>
                <a:uFillTx/>
                <a:latin typeface="Arial Nova Light"/>
              </a:rPr>
              <a:t>. </a:t>
            </a:r>
            <a:endParaRPr b="0" lang="en-US" sz="2400" strike="noStrike" u="none">
              <a:solidFill>
                <a:schemeClr val="dk1"/>
              </a:solidFill>
              <a:uFillTx/>
              <a:latin typeface="Arial Nova Light"/>
            </a:endParaRPr>
          </a:p>
          <a:p>
            <a:pPr marL="228600" indent="-228600" algn="just" defTabSz="914400">
              <a:lnSpc>
                <a:spcPct val="120000"/>
              </a:lnSpc>
              <a:spcBef>
                <a:spcPts val="1001"/>
              </a:spcBef>
              <a:buFont typeface="Arial"/>
              <a:buChar char="•"/>
            </a:pPr>
            <a:r>
              <a:rPr b="0" lang="en-US" sz="2400" strike="noStrike" u="none">
                <a:solidFill>
                  <a:schemeClr val="dk1"/>
                </a:solidFill>
                <a:uFillTx/>
                <a:latin typeface="Arial Nova Light"/>
              </a:rPr>
              <a:t>To detect </a:t>
            </a:r>
            <a:r>
              <a:rPr b="1" lang="en-US" sz="2400" strike="noStrike" u="none">
                <a:solidFill>
                  <a:schemeClr val="dk1"/>
                </a:solidFill>
                <a:uFillTx/>
                <a:latin typeface="Arial Nova Light"/>
              </a:rPr>
              <a:t>abnormal, inconsistent and faulty sensor readings</a:t>
            </a:r>
            <a:r>
              <a:rPr b="0" lang="en-US" sz="2400" strike="noStrike" u="none">
                <a:solidFill>
                  <a:schemeClr val="dk1"/>
                </a:solidFill>
                <a:uFillTx/>
                <a:latin typeface="Arial Nova Light"/>
              </a:rPr>
              <a:t>. </a:t>
            </a:r>
            <a:endParaRPr b="0" lang="en-US" sz="2400" strike="noStrike" u="none">
              <a:solidFill>
                <a:schemeClr val="dk1"/>
              </a:solidFill>
              <a:uFillTx/>
              <a:latin typeface="Arial Nova Light"/>
            </a:endParaRPr>
          </a:p>
          <a:p>
            <a:pPr marL="228600" indent="-228600" algn="just" defTabSz="914400">
              <a:lnSpc>
                <a:spcPct val="120000"/>
              </a:lnSpc>
              <a:spcBef>
                <a:spcPts val="1001"/>
              </a:spcBef>
              <a:buFont typeface="Arial"/>
              <a:buChar char="•"/>
            </a:pPr>
            <a:r>
              <a:rPr b="0" lang="en-US" sz="2400" strike="noStrike" u="none">
                <a:solidFill>
                  <a:schemeClr val="dk1"/>
                </a:solidFill>
                <a:uFillTx/>
                <a:latin typeface="Arial Nova Light"/>
              </a:rPr>
              <a:t>To identify and </a:t>
            </a:r>
            <a:r>
              <a:rPr b="1" lang="en-US" sz="2400" strike="noStrike" u="none">
                <a:solidFill>
                  <a:schemeClr val="dk1"/>
                </a:solidFill>
                <a:uFillTx/>
                <a:latin typeface="Arial Nova Light"/>
              </a:rPr>
              <a:t>isolate the faulty sensor</a:t>
            </a:r>
            <a:r>
              <a:rPr b="0" lang="en-US" sz="2400" strike="noStrike" u="none">
                <a:solidFill>
                  <a:schemeClr val="dk1"/>
                </a:solidFill>
                <a:uFillTx/>
                <a:latin typeface="Arial Nova Light"/>
              </a:rPr>
              <a:t> from the control system. </a:t>
            </a:r>
            <a:endParaRPr b="0" lang="en-US" sz="2400" strike="noStrike" u="none">
              <a:solidFill>
                <a:schemeClr val="dk1"/>
              </a:solidFill>
              <a:uFillTx/>
              <a:latin typeface="Arial Nova Light"/>
            </a:endParaRPr>
          </a:p>
          <a:p>
            <a:pPr marL="228600" indent="-228600" algn="just" defTabSz="914400">
              <a:lnSpc>
                <a:spcPct val="120000"/>
              </a:lnSpc>
              <a:spcBef>
                <a:spcPts val="1001"/>
              </a:spcBef>
              <a:buFont typeface="Arial"/>
              <a:buChar char="•"/>
            </a:pPr>
            <a:r>
              <a:rPr b="0" lang="en-US" sz="2400" strike="noStrike" u="none">
                <a:solidFill>
                  <a:schemeClr val="dk1"/>
                </a:solidFill>
                <a:uFillTx/>
                <a:latin typeface="Arial Nova Light"/>
              </a:rPr>
              <a:t>To use </a:t>
            </a:r>
            <a:r>
              <a:rPr b="1" lang="en-US" sz="2400" strike="noStrike" u="none">
                <a:solidFill>
                  <a:schemeClr val="dk1"/>
                </a:solidFill>
                <a:uFillTx/>
                <a:latin typeface="Arial Nova Light"/>
              </a:rPr>
              <a:t>sensor fusion</a:t>
            </a:r>
            <a:r>
              <a:rPr b="0" lang="en-US" sz="2400" strike="noStrike" u="none">
                <a:solidFill>
                  <a:schemeClr val="dk1"/>
                </a:solidFill>
                <a:uFillTx/>
                <a:latin typeface="Arial Nova Light"/>
              </a:rPr>
              <a:t> for reliable estimation of the gripper's state. </a:t>
            </a:r>
            <a:endParaRPr b="0" lang="en-US" sz="2400" strike="noStrike" u="none">
              <a:solidFill>
                <a:schemeClr val="dk1"/>
              </a:solidFill>
              <a:uFillTx/>
              <a:latin typeface="Arial Nova Light"/>
            </a:endParaRPr>
          </a:p>
          <a:p>
            <a:pPr indent="0" defTabSz="914400">
              <a:lnSpc>
                <a:spcPct val="120000"/>
              </a:lnSpc>
              <a:spcBef>
                <a:spcPts val="1001"/>
              </a:spcBef>
              <a:buNone/>
              <a:tabLst>
                <a:tab algn="l" pos="0"/>
              </a:tabLst>
            </a:pPr>
            <a:endParaRPr b="0" lang="en-US" sz="2400" strike="noStrike" u="none">
              <a:solidFill>
                <a:schemeClr val="dk1"/>
              </a:solidFill>
              <a:uFillTx/>
              <a:latin typeface="Arial Nova Light"/>
            </a:endParaRPr>
          </a:p>
        </p:txBody>
      </p:sp>
      <p:sp>
        <p:nvSpPr>
          <p:cNvPr id="38" name="PlaceHolder 3"/>
          <p:cNvSpPr>
            <a:spLocks noGrp="1"/>
          </p:cNvSpPr>
          <p:nvPr>
            <p:ph type="sldNum" idx="10"/>
          </p:nvPr>
        </p:nvSpPr>
        <p:spPr>
          <a:xfrm>
            <a:off x="9072360" y="6426000"/>
            <a:ext cx="489600" cy="364680"/>
          </a:xfrm>
          <a:prstGeom prst="rect">
            <a:avLst/>
          </a:prstGeom>
          <a:noFill/>
          <a:ln w="0">
            <a:solidFill>
              <a:schemeClr val="accent1"/>
            </a:solid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fld id="{F8379E57-1B45-4020-BA74-EC38CB5E94EE}" type="slidenum">
              <a:rPr b="0" lang="en-US" sz="1300" strike="noStrike" u="none">
                <a:solidFill>
                  <a:schemeClr val="dk1">
                    <a:alpha val="60000"/>
                  </a:schemeClr>
                </a:solidFill>
                <a:uFillTx/>
                <a:latin typeface="Arial Nova Light"/>
              </a:rPr>
              <a:t>&lt;number&gt;</a:t>
            </a:fld>
            <a:endParaRPr b="0" lang="en-US" sz="13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2107440" y="624240"/>
            <a:ext cx="7138080" cy="1280520"/>
          </a:xfrm>
          <a:prstGeom prst="rect">
            <a:avLst/>
          </a:prstGeom>
          <a:noFill/>
          <a:ln w="0">
            <a:noFill/>
          </a:ln>
        </p:spPr>
        <p:txBody>
          <a:bodyPr lIns="91440" rIns="91440" tIns="45720" bIns="45720" anchor="t">
            <a:normAutofit/>
          </a:bodyPr>
          <a:p>
            <a:pPr indent="0" defTabSz="914400">
              <a:lnSpc>
                <a:spcPct val="90000"/>
              </a:lnSpc>
              <a:buNone/>
            </a:pPr>
            <a:r>
              <a:rPr b="0" lang="en-GB" sz="3600" strike="noStrike" u="none" cap="all">
                <a:solidFill>
                  <a:schemeClr val="dk1"/>
                </a:solidFill>
                <a:uFillTx/>
                <a:latin typeface="Univers Condensed"/>
                <a:ea typeface="Univers Condensed"/>
              </a:rPr>
              <a:t>                 </a:t>
            </a:r>
            <a:r>
              <a:rPr b="0" lang="en-GB" sz="3200" strike="noStrike" u="none" cap="all">
                <a:solidFill>
                  <a:schemeClr val="dk1"/>
                </a:solidFill>
                <a:uFillTx/>
                <a:latin typeface="Times New Roman"/>
                <a:ea typeface="Univers Condensed"/>
              </a:rPr>
              <a:t>Features</a:t>
            </a:r>
            <a:endParaRPr b="0" lang="en-US" sz="3200" strike="noStrike" u="none">
              <a:solidFill>
                <a:schemeClr val="dk1"/>
              </a:solidFill>
              <a:uFillTx/>
              <a:latin typeface="Arial Nova Light"/>
            </a:endParaRPr>
          </a:p>
        </p:txBody>
      </p:sp>
      <p:sp>
        <p:nvSpPr>
          <p:cNvPr id="40" name="PlaceHolder 2"/>
          <p:cNvSpPr>
            <a:spLocks noGrp="1"/>
          </p:cNvSpPr>
          <p:nvPr>
            <p:ph/>
          </p:nvPr>
        </p:nvSpPr>
        <p:spPr>
          <a:xfrm>
            <a:off x="154440" y="1263960"/>
            <a:ext cx="5892840" cy="5594760"/>
          </a:xfrm>
          <a:prstGeom prst="rect">
            <a:avLst/>
          </a:prstGeom>
          <a:noFill/>
          <a:ln w="0">
            <a:noFill/>
          </a:ln>
        </p:spPr>
        <p:txBody>
          <a:bodyPr lIns="91440" rIns="91440" tIns="45720" bIns="45720" anchor="t">
            <a:noAutofit/>
          </a:bodyPr>
          <a:p>
            <a:pPr marL="171360" indent="-171360" algn="just" defTabSz="914400">
              <a:lnSpc>
                <a:spcPct val="120000"/>
              </a:lnSpc>
              <a:spcBef>
                <a:spcPts val="1001"/>
              </a:spcBef>
              <a:buFont typeface="Arial"/>
              <a:buChar char="•"/>
            </a:pPr>
            <a:r>
              <a:rPr b="0" lang="en-GB" sz="1800" strike="noStrike" u="none">
                <a:solidFill>
                  <a:schemeClr val="dk1"/>
                </a:solidFill>
                <a:uFillTx/>
                <a:latin typeface="Times New Roman"/>
                <a:ea typeface="Arial Nova Light"/>
              </a:rPr>
              <a:t> </a:t>
            </a:r>
            <a:r>
              <a:rPr b="0" lang="en-GB" sz="1800" strike="noStrike" u="none">
                <a:solidFill>
                  <a:schemeClr val="dk1"/>
                </a:solidFill>
                <a:uFillTx/>
                <a:latin typeface="Times New Roman"/>
                <a:ea typeface="Arial Nova Light"/>
              </a:rPr>
              <a:t>Soft &amp; Flexible Gripper – Flexible fingers/tentacles adapt to different object shapes.</a:t>
            </a:r>
            <a:endParaRPr b="0" lang="en-US" sz="1800" strike="noStrike" u="none">
              <a:solidFill>
                <a:schemeClr val="dk1"/>
              </a:solidFill>
              <a:uFillTx/>
              <a:latin typeface="Arial Nova Light"/>
            </a:endParaRPr>
          </a:p>
          <a:p>
            <a:pPr marL="285840" indent="-285840" algn="just" defTabSz="914400">
              <a:lnSpc>
                <a:spcPct val="120000"/>
              </a:lnSpc>
              <a:spcBef>
                <a:spcPts val="1001"/>
              </a:spcBef>
              <a:buFont typeface="Arial"/>
              <a:buChar char="•"/>
            </a:pPr>
            <a:r>
              <a:rPr b="0" lang="en-GB" sz="1800" strike="noStrike" u="none">
                <a:solidFill>
                  <a:schemeClr val="dk1"/>
                </a:solidFill>
                <a:uFillTx/>
                <a:latin typeface="Times New Roman"/>
                <a:ea typeface="Arial Nova Light"/>
              </a:rPr>
              <a:t>Adaptive Grip – Automatically adjusts gripping force according to the object</a:t>
            </a:r>
            <a:endParaRPr b="0" lang="en-US" sz="1800" strike="noStrike" u="none">
              <a:solidFill>
                <a:schemeClr val="dk1"/>
              </a:solidFill>
              <a:uFillTx/>
              <a:latin typeface="Arial Nova Light"/>
            </a:endParaRPr>
          </a:p>
          <a:p>
            <a:pPr marL="285840" indent="-285840" algn="just" defTabSz="914400">
              <a:lnSpc>
                <a:spcPct val="120000"/>
              </a:lnSpc>
              <a:spcBef>
                <a:spcPts val="1001"/>
              </a:spcBef>
              <a:buFont typeface="Arial"/>
              <a:buChar char="•"/>
            </a:pPr>
            <a:r>
              <a:rPr b="0" lang="en-GB" sz="1800" strike="noStrike" u="none">
                <a:solidFill>
                  <a:schemeClr val="dk1"/>
                </a:solidFill>
                <a:uFillTx/>
                <a:latin typeface="Times New Roman"/>
                <a:ea typeface="Arial Nova Light"/>
              </a:rPr>
              <a:t>Slip Detection – Detects when the object begins to slip.</a:t>
            </a:r>
            <a:endParaRPr b="0" lang="en-US" sz="1800" strike="noStrike" u="none">
              <a:solidFill>
                <a:schemeClr val="dk1"/>
              </a:solidFill>
              <a:uFillTx/>
              <a:latin typeface="Arial Nova Light"/>
            </a:endParaRPr>
          </a:p>
          <a:p>
            <a:pPr marL="285840" indent="-285840" algn="just" defTabSz="914400">
              <a:lnSpc>
                <a:spcPct val="120000"/>
              </a:lnSpc>
              <a:spcBef>
                <a:spcPts val="1001"/>
              </a:spcBef>
              <a:buFont typeface="Arial"/>
              <a:buChar char="•"/>
            </a:pPr>
            <a:r>
              <a:rPr b="0" lang="en-GB" sz="1800" strike="noStrike" u="none">
                <a:solidFill>
                  <a:schemeClr val="dk1"/>
                </a:solidFill>
                <a:uFillTx/>
                <a:latin typeface="Times New Roman"/>
                <a:ea typeface="Arial Nova Light"/>
              </a:rPr>
              <a:t>Real-Time Monitoring – Displays sensor values and system status on a dashboard.</a:t>
            </a:r>
            <a:endParaRPr b="0" lang="en-US" sz="1800" strike="noStrike" u="none">
              <a:solidFill>
                <a:schemeClr val="dk1"/>
              </a:solidFill>
              <a:uFillTx/>
              <a:latin typeface="Arial Nova Light"/>
            </a:endParaRPr>
          </a:p>
          <a:p>
            <a:pPr marL="285840" indent="-285840" algn="just" defTabSz="914400">
              <a:lnSpc>
                <a:spcPct val="120000"/>
              </a:lnSpc>
              <a:spcBef>
                <a:spcPts val="1001"/>
              </a:spcBef>
              <a:buFont typeface="Arial"/>
              <a:buChar char="•"/>
            </a:pPr>
            <a:r>
              <a:rPr b="0" lang="en-GB" sz="1800" strike="noStrike" u="none">
                <a:solidFill>
                  <a:schemeClr val="dk1"/>
                </a:solidFill>
                <a:uFillTx/>
                <a:latin typeface="Times New Roman"/>
                <a:ea typeface="Arial Nova Light"/>
              </a:rPr>
              <a:t>Wireless Communication – ESP32 can transmit data through Wi-Fi/Bluetooth.</a:t>
            </a:r>
            <a:endParaRPr b="0" lang="en-US" sz="1800" strike="noStrike" u="none">
              <a:solidFill>
                <a:schemeClr val="dk1"/>
              </a:solidFill>
              <a:uFillTx/>
              <a:latin typeface="Arial Nova Light"/>
            </a:endParaRPr>
          </a:p>
          <a:p>
            <a:pPr marL="285840" indent="-285840" algn="just" defTabSz="914400">
              <a:lnSpc>
                <a:spcPct val="120000"/>
              </a:lnSpc>
              <a:spcBef>
                <a:spcPts val="1001"/>
              </a:spcBef>
              <a:buFont typeface="Arial"/>
              <a:buChar char="•"/>
            </a:pPr>
            <a:r>
              <a:rPr b="0" lang="en-GB" sz="1800" strike="noStrike" u="none">
                <a:solidFill>
                  <a:schemeClr val="dk1"/>
                </a:solidFill>
                <a:uFillTx/>
                <a:latin typeface="Times New Roman"/>
                <a:ea typeface="Arial Nova Light"/>
              </a:rPr>
              <a:t>Closed-Loop Control – Automatically changes grip based on sensor feedback..</a:t>
            </a:r>
            <a:endParaRPr b="0" lang="en-US" sz="1800" strike="noStrike" u="none">
              <a:solidFill>
                <a:schemeClr val="dk1"/>
              </a:solidFill>
              <a:uFillTx/>
              <a:latin typeface="Arial Nova Light"/>
            </a:endParaRPr>
          </a:p>
        </p:txBody>
      </p:sp>
      <p:pic>
        <p:nvPicPr>
          <p:cNvPr id="41" name="Picture 3" descr="A diagram of a computer chip&#10;&#10;AI-generated content may be incorrect."/>
          <p:cNvPicPr/>
          <p:nvPr/>
        </p:nvPicPr>
        <p:blipFill>
          <a:blip r:embed="rId1"/>
          <a:stretch/>
        </p:blipFill>
        <p:spPr>
          <a:xfrm>
            <a:off x="6050520" y="2193840"/>
            <a:ext cx="3858840" cy="2470320"/>
          </a:xfrm>
          <a:prstGeom prst="rect">
            <a:avLst/>
          </a:prstGeom>
          <a:noFill/>
          <a:ln w="0">
            <a:noFill/>
          </a:ln>
        </p:spPr>
      </p:pic>
      <p:sp>
        <p:nvSpPr>
          <p:cNvPr id="4" name="PlaceHolder 3"/>
          <p:cNvSpPr>
            <a:spLocks noGrp="1"/>
          </p:cNvSpPr>
          <p:nvPr>
            <p:ph type="sldNum" idx="6"/>
          </p:nvPr>
        </p:nvSpPr>
        <p:spPr/>
        <p:txBody>
          <a:bodyPr/>
          <a:p>
            <a:fld id="{38AB7F6A-2A92-42C6-8551-212E72466E08}"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1640520" y="624240"/>
            <a:ext cx="7604640" cy="1280520"/>
          </a:xfrm>
          <a:prstGeom prst="rect">
            <a:avLst/>
          </a:prstGeom>
          <a:noFill/>
          <a:ln w="0">
            <a:solidFill>
              <a:schemeClr val="lt1"/>
            </a:solidFill>
          </a:ln>
        </p:spPr>
        <p:txBody>
          <a:bodyPr lIns="91440" rIns="91440" tIns="45720" bIns="45720" anchor="t">
            <a:normAutofit/>
          </a:bodyPr>
          <a:p>
            <a:pPr indent="0" algn="ctr" defTabSz="914400">
              <a:lnSpc>
                <a:spcPct val="90000"/>
              </a:lnSpc>
              <a:buNone/>
            </a:pPr>
            <a:r>
              <a:rPr b="1" lang="en-US" sz="3200" strike="noStrike" u="none" cap="all">
                <a:solidFill>
                  <a:schemeClr val="dk1"/>
                </a:solidFill>
                <a:uFillTx/>
                <a:latin typeface="Times New Roman"/>
              </a:rPr>
              <a:t>OUTCOMES</a:t>
            </a:r>
            <a:endParaRPr b="0" lang="en-US" sz="3200" strike="noStrike" u="none">
              <a:solidFill>
                <a:schemeClr val="dk1"/>
              </a:solidFill>
              <a:uFillTx/>
              <a:latin typeface="Arial Nova Light"/>
            </a:endParaRPr>
          </a:p>
        </p:txBody>
      </p:sp>
      <p:sp>
        <p:nvSpPr>
          <p:cNvPr id="43" name="PlaceHolder 2"/>
          <p:cNvSpPr>
            <a:spLocks noGrp="1"/>
          </p:cNvSpPr>
          <p:nvPr>
            <p:ph/>
          </p:nvPr>
        </p:nvSpPr>
        <p:spPr>
          <a:xfrm>
            <a:off x="655920" y="1408680"/>
            <a:ext cx="8589600" cy="4502160"/>
          </a:xfrm>
          <a:prstGeom prst="rect">
            <a:avLst/>
          </a:prstGeom>
          <a:noFill/>
          <a:ln w="0">
            <a:solidFill>
              <a:schemeClr val="lt1"/>
            </a:solidFill>
          </a:ln>
        </p:spPr>
        <p:txBody>
          <a:bodyPr lIns="91440" rIns="91440" tIns="45720" bIns="45720" anchor="t">
            <a:noAutofit/>
          </a:bodyPr>
          <a:p>
            <a:pPr marL="228600" indent="-228600" defTabSz="914400">
              <a:lnSpc>
                <a:spcPct val="120000"/>
              </a:lnSpc>
              <a:spcBef>
                <a:spcPts val="1001"/>
              </a:spcBef>
              <a:buFont typeface="Arial"/>
              <a:buChar char="•"/>
            </a:pPr>
            <a:r>
              <a:rPr b="0" lang="en-US" sz="2400" strike="noStrike" u="none">
                <a:solidFill>
                  <a:schemeClr val="dk1"/>
                </a:solidFill>
                <a:uFillTx/>
                <a:latin typeface="Arial Nova Light"/>
                <a:ea typeface="Arial Nova Light"/>
              </a:rPr>
              <a:t>Fault detection accuracy    </a:t>
            </a:r>
            <a:endParaRPr b="0" lang="en-US" sz="2400" strike="noStrike" u="none">
              <a:solidFill>
                <a:schemeClr val="dk1"/>
              </a:solidFill>
              <a:uFillTx/>
              <a:latin typeface="Arial Nova Light"/>
            </a:endParaRPr>
          </a:p>
          <a:p>
            <a:pPr marL="228600" indent="-228600" defTabSz="914400">
              <a:lnSpc>
                <a:spcPct val="120000"/>
              </a:lnSpc>
              <a:spcBef>
                <a:spcPts val="1001"/>
              </a:spcBef>
              <a:buFont typeface="Arial"/>
              <a:buChar char="•"/>
            </a:pPr>
            <a:r>
              <a:rPr b="0" lang="en-US" sz="2400" strike="noStrike" u="none">
                <a:solidFill>
                  <a:schemeClr val="dk1"/>
                </a:solidFill>
                <a:uFillTx/>
                <a:latin typeface="Arial Nova Light"/>
                <a:ea typeface="Arial Nova Light"/>
              </a:rPr>
              <a:t>Fault isolation accuracy    </a:t>
            </a:r>
            <a:endParaRPr b="0" lang="en-US" sz="2400" strike="noStrike" u="none">
              <a:solidFill>
                <a:schemeClr val="dk1"/>
              </a:solidFill>
              <a:uFillTx/>
              <a:latin typeface="Arial Nova Light"/>
            </a:endParaRPr>
          </a:p>
          <a:p>
            <a:pPr marL="228600" indent="-228600" defTabSz="914400">
              <a:lnSpc>
                <a:spcPct val="120000"/>
              </a:lnSpc>
              <a:spcBef>
                <a:spcPts val="1001"/>
              </a:spcBef>
              <a:buFont typeface="Arial"/>
              <a:buChar char="•"/>
            </a:pPr>
            <a:r>
              <a:rPr b="0" lang="en-US" sz="2400" strike="noStrike" u="none">
                <a:solidFill>
                  <a:schemeClr val="dk1"/>
                </a:solidFill>
                <a:uFillTx/>
                <a:latin typeface="Arial Nova Light"/>
                <a:ea typeface="Arial Nova Light"/>
              </a:rPr>
              <a:t>Position RMSE    </a:t>
            </a:r>
            <a:endParaRPr b="0" lang="en-US" sz="2400" strike="noStrike" u="none">
              <a:solidFill>
                <a:schemeClr val="dk1"/>
              </a:solidFill>
              <a:uFillTx/>
              <a:latin typeface="Arial Nova Light"/>
            </a:endParaRPr>
          </a:p>
          <a:p>
            <a:pPr marL="228600" indent="-228600" defTabSz="914400">
              <a:lnSpc>
                <a:spcPct val="120000"/>
              </a:lnSpc>
              <a:spcBef>
                <a:spcPts val="1001"/>
              </a:spcBef>
              <a:buFont typeface="Arial"/>
              <a:buChar char="•"/>
            </a:pPr>
            <a:r>
              <a:rPr b="0" lang="en-US" sz="2400" strike="noStrike" u="none">
                <a:solidFill>
                  <a:schemeClr val="dk1"/>
                </a:solidFill>
                <a:uFillTx/>
                <a:latin typeface="Arial Nova Light"/>
                <a:ea typeface="Arial Nova Light"/>
              </a:rPr>
              <a:t>Reconstruction RMSE</a:t>
            </a:r>
            <a:endParaRPr b="0" lang="en-US" sz="2400" strike="noStrike" u="none">
              <a:solidFill>
                <a:schemeClr val="dk1"/>
              </a:solidFill>
              <a:uFillTx/>
              <a:latin typeface="Arial Nova Light"/>
            </a:endParaRPr>
          </a:p>
          <a:p>
            <a:pPr marL="228600" indent="-228600" defTabSz="914400">
              <a:lnSpc>
                <a:spcPct val="120000"/>
              </a:lnSpc>
              <a:spcBef>
                <a:spcPts val="1001"/>
              </a:spcBef>
              <a:buFont typeface="Arial"/>
              <a:buChar char="•"/>
            </a:pPr>
            <a:r>
              <a:rPr b="0" lang="en-US" sz="2400" strike="noStrike" u="none">
                <a:solidFill>
                  <a:schemeClr val="dk1"/>
                </a:solidFill>
                <a:uFillTx/>
                <a:latin typeface="Arial Nova Light"/>
                <a:ea typeface="Arial Nova Light"/>
              </a:rPr>
              <a:t>Grasp success rate    </a:t>
            </a:r>
            <a:endParaRPr b="0" lang="en-US" sz="2400" strike="noStrike" u="none">
              <a:solidFill>
                <a:schemeClr val="dk1"/>
              </a:solidFill>
              <a:uFillTx/>
              <a:latin typeface="Arial Nova Light"/>
            </a:endParaRPr>
          </a:p>
          <a:p>
            <a:pPr marL="228600" indent="-228600" defTabSz="914400">
              <a:lnSpc>
                <a:spcPct val="120000"/>
              </a:lnSpc>
              <a:spcBef>
                <a:spcPts val="1001"/>
              </a:spcBef>
              <a:buFont typeface="Arial"/>
              <a:buChar char="•"/>
            </a:pPr>
            <a:r>
              <a:rPr b="0" lang="en-US" sz="2400" strike="noStrike" u="none">
                <a:solidFill>
                  <a:schemeClr val="dk1"/>
                </a:solidFill>
                <a:uFillTx/>
                <a:latin typeface="Arial Nova Light"/>
                <a:ea typeface="Arial Nova Light"/>
              </a:rPr>
              <a:t>Average recovery time</a:t>
            </a:r>
            <a:endParaRPr b="0" lang="en-US" sz="2400" strike="noStrike" u="none">
              <a:solidFill>
                <a:schemeClr val="dk1"/>
              </a:solidFill>
              <a:uFillTx/>
              <a:latin typeface="Arial Nova Light"/>
            </a:endParaRPr>
          </a:p>
        </p:txBody>
      </p:sp>
      <p:sp>
        <p:nvSpPr>
          <p:cNvPr id="44" name="PlaceHolder 3"/>
          <p:cNvSpPr>
            <a:spLocks noGrp="1"/>
          </p:cNvSpPr>
          <p:nvPr>
            <p:ph type="sldNum" idx="11"/>
          </p:nvPr>
        </p:nvSpPr>
        <p:spPr>
          <a:xfrm>
            <a:off x="9005760" y="6270120"/>
            <a:ext cx="489600" cy="364680"/>
          </a:xfrm>
          <a:prstGeom prst="rect">
            <a:avLst/>
          </a:prstGeom>
          <a:noFill/>
          <a:ln w="0">
            <a:solidFill>
              <a:schemeClr val="accent1"/>
            </a:solid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fld id="{60349538-20F9-40E1-8C23-9D6AE61A1B29}" type="slidenum">
              <a:rPr b="0" lang="en-US" sz="1300" strike="noStrike" u="none">
                <a:solidFill>
                  <a:schemeClr val="dk1">
                    <a:alpha val="60000"/>
                  </a:schemeClr>
                </a:solidFill>
                <a:uFillTx/>
                <a:latin typeface="Arial Nova Light"/>
              </a:rPr>
              <a:t>&lt;number&gt;</a:t>
            </a:fld>
            <a:endParaRPr b="0" lang="en-US" sz="13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380880" y="2438280"/>
            <a:ext cx="8915040" cy="1142640"/>
          </a:xfrm>
          <a:prstGeom prst="rect">
            <a:avLst/>
          </a:prstGeom>
          <a:noFill/>
          <a:ln w="0">
            <a:solidFill>
              <a:schemeClr val="lt1"/>
            </a:solidFill>
          </a:ln>
        </p:spPr>
        <p:txBody>
          <a:bodyPr lIns="91440" rIns="91440" tIns="45720" bIns="45720" anchor="t">
            <a:normAutofit/>
          </a:bodyPr>
          <a:p>
            <a:pPr indent="0" algn="ctr" defTabSz="914400">
              <a:lnSpc>
                <a:spcPct val="90000"/>
              </a:lnSpc>
              <a:buNone/>
            </a:pPr>
            <a:r>
              <a:rPr b="1" lang="en-US" sz="6600" strike="noStrike" u="none" cap="all">
                <a:solidFill>
                  <a:schemeClr val="dk1"/>
                </a:solidFill>
                <a:uFillTx/>
                <a:latin typeface="Times New Roman"/>
              </a:rPr>
              <a:t>THANK YOU    </a:t>
            </a:r>
            <a:endParaRPr b="0" lang="en-US" sz="6600" strike="noStrike" u="none">
              <a:solidFill>
                <a:schemeClr val="dk1"/>
              </a:solidFill>
              <a:uFillTx/>
              <a:latin typeface="Arial Nova Light"/>
            </a:endParaRPr>
          </a:p>
        </p:txBody>
      </p:sp>
      <p:sp>
        <p:nvSpPr>
          <p:cNvPr id="46" name="PlaceHolder 2"/>
          <p:cNvSpPr>
            <a:spLocks noGrp="1"/>
          </p:cNvSpPr>
          <p:nvPr>
            <p:ph type="sldNum" idx="12"/>
          </p:nvPr>
        </p:nvSpPr>
        <p:spPr>
          <a:xfrm>
            <a:off x="9072360" y="6426000"/>
            <a:ext cx="489600" cy="364680"/>
          </a:xfrm>
          <a:prstGeom prst="rect">
            <a:avLst/>
          </a:prstGeom>
          <a:noFill/>
          <a:ln w="0">
            <a:solidFill>
              <a:schemeClr val="accent1"/>
            </a:solidFill>
          </a:ln>
        </p:spPr>
        <p:txBody>
          <a:bodyPr lIns="91440" rIns="91440" tIns="45720" bIns="45720" anchor="ctr">
            <a:noAutofit/>
          </a:bodyPr>
          <a:lstStyle>
            <a:lvl1pPr indent="0" algn="r" defTabSz="457200">
              <a:lnSpc>
                <a:spcPct val="100000"/>
              </a:lnSpc>
              <a:buNone/>
              <a:defRPr b="0" lang="en-US" sz="1300" strike="noStrike" u="none">
                <a:solidFill>
                  <a:schemeClr val="dk1">
                    <a:alpha val="60000"/>
                  </a:schemeClr>
                </a:solidFill>
                <a:uFillTx/>
                <a:latin typeface="Arial Nova Light"/>
              </a:defRPr>
            </a:lvl1pPr>
          </a:lstStyle>
          <a:p>
            <a:pPr indent="0" algn="r" defTabSz="457200">
              <a:lnSpc>
                <a:spcPct val="100000"/>
              </a:lnSpc>
              <a:buNone/>
            </a:pPr>
            <a:fld id="{4502B4FF-E89F-491A-BDC2-BF250E361A5D}" type="slidenum">
              <a:rPr b="0" lang="en-US" sz="1300" strike="noStrike" u="none">
                <a:solidFill>
                  <a:schemeClr val="dk1">
                    <a:alpha val="60000"/>
                  </a:schemeClr>
                </a:solidFill>
                <a:uFillTx/>
                <a:latin typeface="Arial Nova Light"/>
              </a:rPr>
              <a:t>&lt;number&gt;</a:t>
            </a:fld>
            <a:endParaRPr b="0" lang="en-US" sz="13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Lines">
  <a:themeElements>
    <a:clrScheme name="Lines">
      <a:dk1>
        <a:srgbClr val="0f0f0f"/>
      </a:dk1>
      <a:lt1>
        <a:srgbClr val="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Lines">
      <a:majorFont>
        <a:latin typeface="Univers Condensed" pitchFamily="0" charset="1"/>
        <a:ea typeface=""/>
        <a:cs typeface=""/>
      </a:majorFont>
      <a:minorFont>
        <a:latin typeface="Arial Nova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Lines">
  <a:themeElements>
    <a:clrScheme name="Lines">
      <a:dk1>
        <a:srgbClr val="0f0f0f"/>
      </a:dk1>
      <a:lt1>
        <a:srgbClr val="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Lines">
      <a:majorFont>
        <a:latin typeface="Univers Condensed" pitchFamily="0" charset="1"/>
        <a:ea typeface=""/>
        <a:cs typeface=""/>
      </a:majorFont>
      <a:minorFont>
        <a:latin typeface="Arial Nova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Wisp</Template>
  <TotalTime>9</TotalTime>
  <Application>LibreOfficeDev/24.8.7.2.0$Android_AARCH64 LibreOffice_project/</Application>
  <AppVersion>15.0000</AppVersion>
  <Company>Technofly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2018-03-07T11:29:33Z</dcterms:created>
  <dc:creator>Technofly Solutions</dc:creator>
  <dc:description/>
  <dc:language>zh-CN</dc:language>
  <cp:lastModifiedBy/>
  <dcterms:modified xsi:type="dcterms:W3CDTF">2026-10-09T14:11:05Z</dcterms:modified>
  <cp:revision>168</cp:revision>
  <dc:subject/>
  <dc:title>SEMINAR 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2016-03-21T00:00:00Z</vt:filetime>
  </property>
  <property fmtid="{D5CDD505-2E9C-101B-9397-08002B2CF9AE}" pid="3" name="Creator">
    <vt:lpwstr>Microsoft® PowerPoint® 2013</vt:lpwstr>
  </property>
  <property fmtid="{D5CDD505-2E9C-101B-9397-08002B2CF9AE}" pid="4" name="LastSaved">
    <vt:filetime>2018-03-07T00:00:00Z</vt:filetime>
  </property>
  <property fmtid="{D5CDD505-2E9C-101B-9397-08002B2CF9AE}" pid="5" name="PresentationFormat">
    <vt:lpwstr>A4 Paper (210x297 mm)</vt:lpwstr>
  </property>
  <property fmtid="{D5CDD505-2E9C-101B-9397-08002B2CF9AE}" pid="6" name="Slides">
    <vt:i4>8</vt:i4>
  </property>
</Properties>
</file>